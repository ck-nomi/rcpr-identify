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60" r:id="rId6"/>
    <p:sldId id="264" r:id="rId7"/>
    <p:sldId id="262" r:id="rId8"/>
    <p:sldId id="261" r:id="rId9"/>
    <p:sldId id="259" r:id="rId10"/>
    <p:sldId id="263" r:id="rId11"/>
    <p:sldId id="265" r:id="rId12"/>
    <p:sldId id="266" r:id="rId13"/>
    <p:sldId id="268" r:id="rId14"/>
    <p:sldId id="269" r:id="rId15"/>
    <p:sldId id="267" r:id="rId16"/>
    <p:sldId id="270" r:id="rId17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0" userDrawn="1">
          <p15:clr>
            <a:srgbClr val="A4A3A4"/>
          </p15:clr>
        </p15:guide>
        <p15:guide id="2" pos="3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5F10"/>
    <a:srgbClr val="FAD0B5"/>
    <a:srgbClr val="FCDDCF"/>
    <a:srgbClr val="FEF6F1"/>
    <a:srgbClr val="F8CBAC"/>
    <a:srgbClr val="B15A16"/>
    <a:srgbClr val="B95911"/>
    <a:srgbClr val="F9C7AC"/>
    <a:srgbClr val="F6AE86"/>
    <a:srgbClr val="F395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60"/>
        <p:guide pos="394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23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4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5.jpeg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../media/image4.png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89.xml"/><Relationship Id="rId36" Type="http://schemas.openxmlformats.org/officeDocument/2006/relationships/image" Target="../media/image12.png"/><Relationship Id="rId35" Type="http://schemas.openxmlformats.org/officeDocument/2006/relationships/tags" Target="../tags/tag88.xml"/><Relationship Id="rId34" Type="http://schemas.openxmlformats.org/officeDocument/2006/relationships/tags" Target="../tags/tag87.xml"/><Relationship Id="rId33" Type="http://schemas.openxmlformats.org/officeDocument/2006/relationships/image" Target="../media/image11.png"/><Relationship Id="rId32" Type="http://schemas.openxmlformats.org/officeDocument/2006/relationships/tags" Target="../tags/tag86.xml"/><Relationship Id="rId31" Type="http://schemas.openxmlformats.org/officeDocument/2006/relationships/image" Target="../media/image10.png"/><Relationship Id="rId30" Type="http://schemas.openxmlformats.org/officeDocument/2006/relationships/tags" Target="../tags/tag85.xml"/><Relationship Id="rId3" Type="http://schemas.openxmlformats.org/officeDocument/2006/relationships/image" Target="../media/image3.png"/><Relationship Id="rId29" Type="http://schemas.openxmlformats.org/officeDocument/2006/relationships/image" Target="../media/image9.png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image" Target="../media/image2.png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image" Target="../media/image8.png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7.jpeg"/><Relationship Id="rId11" Type="http://schemas.openxmlformats.org/officeDocument/2006/relationships/tags" Target="../tags/tag69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5.jpe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4.png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110.xml"/><Relationship Id="rId34" Type="http://schemas.openxmlformats.org/officeDocument/2006/relationships/image" Target="../media/image14.png"/><Relationship Id="rId33" Type="http://schemas.openxmlformats.org/officeDocument/2006/relationships/image" Target="../media/image12.png"/><Relationship Id="rId32" Type="http://schemas.openxmlformats.org/officeDocument/2006/relationships/tags" Target="../tags/tag109.xml"/><Relationship Id="rId31" Type="http://schemas.openxmlformats.org/officeDocument/2006/relationships/tags" Target="../tags/tag108.xml"/><Relationship Id="rId30" Type="http://schemas.openxmlformats.org/officeDocument/2006/relationships/image" Target="../media/image11.png"/><Relationship Id="rId3" Type="http://schemas.openxmlformats.org/officeDocument/2006/relationships/image" Target="../media/image3.png"/><Relationship Id="rId29" Type="http://schemas.openxmlformats.org/officeDocument/2006/relationships/tags" Target="../tags/tag107.xml"/><Relationship Id="rId28" Type="http://schemas.openxmlformats.org/officeDocument/2006/relationships/image" Target="../media/image10.png"/><Relationship Id="rId27" Type="http://schemas.openxmlformats.org/officeDocument/2006/relationships/tags" Target="../tags/tag106.xml"/><Relationship Id="rId26" Type="http://schemas.openxmlformats.org/officeDocument/2006/relationships/image" Target="../media/image9.png"/><Relationship Id="rId25" Type="http://schemas.openxmlformats.org/officeDocument/2006/relationships/tags" Target="../tags/tag105.xml"/><Relationship Id="rId24" Type="http://schemas.openxmlformats.org/officeDocument/2006/relationships/tags" Target="../tags/tag104.xml"/><Relationship Id="rId23" Type="http://schemas.openxmlformats.org/officeDocument/2006/relationships/tags" Target="../tags/tag103.xml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image" Target="../media/image2.png"/><Relationship Id="rId19" Type="http://schemas.openxmlformats.org/officeDocument/2006/relationships/image" Target="../media/image13.png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image" Target="../media/image8.png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image" Target="../media/image7.jpeg"/><Relationship Id="rId11" Type="http://schemas.openxmlformats.org/officeDocument/2006/relationships/tags" Target="../tags/tag94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image" Target="../media/image5.jpeg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image" Target="../media/image4.png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31.xml"/><Relationship Id="rId33" Type="http://schemas.openxmlformats.org/officeDocument/2006/relationships/image" Target="../media/image14.png"/><Relationship Id="rId32" Type="http://schemas.openxmlformats.org/officeDocument/2006/relationships/image" Target="../media/image12.png"/><Relationship Id="rId31" Type="http://schemas.openxmlformats.org/officeDocument/2006/relationships/tags" Target="../tags/tag130.xml"/><Relationship Id="rId30" Type="http://schemas.openxmlformats.org/officeDocument/2006/relationships/tags" Target="../tags/tag129.xml"/><Relationship Id="rId3" Type="http://schemas.openxmlformats.org/officeDocument/2006/relationships/image" Target="../media/image3.png"/><Relationship Id="rId29" Type="http://schemas.openxmlformats.org/officeDocument/2006/relationships/image" Target="../media/image11.png"/><Relationship Id="rId28" Type="http://schemas.openxmlformats.org/officeDocument/2006/relationships/tags" Target="../tags/tag128.xml"/><Relationship Id="rId27" Type="http://schemas.openxmlformats.org/officeDocument/2006/relationships/image" Target="../media/image10.png"/><Relationship Id="rId26" Type="http://schemas.openxmlformats.org/officeDocument/2006/relationships/tags" Target="../tags/tag127.xml"/><Relationship Id="rId25" Type="http://schemas.openxmlformats.org/officeDocument/2006/relationships/image" Target="../media/image9.png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image" Target="../media/image2.png"/><Relationship Id="rId19" Type="http://schemas.openxmlformats.org/officeDocument/2006/relationships/tags" Target="../tags/tag121.xml"/><Relationship Id="rId18" Type="http://schemas.openxmlformats.org/officeDocument/2006/relationships/image" Target="../media/image13.png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image" Target="../media/image8.png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image" Target="../media/image7.jpeg"/><Relationship Id="rId11" Type="http://schemas.openxmlformats.org/officeDocument/2006/relationships/tags" Target="../tags/tag116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image" Target="../media/image5.jpeg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image" Target="../media/image4.png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52.xml"/><Relationship Id="rId33" Type="http://schemas.openxmlformats.org/officeDocument/2006/relationships/image" Target="../media/image12.png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image" Target="../media/image11.png"/><Relationship Id="rId3" Type="http://schemas.openxmlformats.org/officeDocument/2006/relationships/image" Target="../media/image3.png"/><Relationship Id="rId29" Type="http://schemas.openxmlformats.org/officeDocument/2006/relationships/tags" Target="../tags/tag149.xml"/><Relationship Id="rId28" Type="http://schemas.openxmlformats.org/officeDocument/2006/relationships/image" Target="../media/image10.png"/><Relationship Id="rId27" Type="http://schemas.openxmlformats.org/officeDocument/2006/relationships/tags" Target="../tags/tag148.xml"/><Relationship Id="rId26" Type="http://schemas.openxmlformats.org/officeDocument/2006/relationships/image" Target="../media/image9.png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image" Target="../media/image2.png"/><Relationship Id="rId19" Type="http://schemas.openxmlformats.org/officeDocument/2006/relationships/image" Target="../media/image13.png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image" Target="../media/image8.png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image" Target="../media/image7.jpeg"/><Relationship Id="rId11" Type="http://schemas.openxmlformats.org/officeDocument/2006/relationships/tags" Target="../tags/tag136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image" Target="../media/image12.png"/><Relationship Id="rId7" Type="http://schemas.openxmlformats.org/officeDocument/2006/relationships/image" Target="../media/image15.png"/><Relationship Id="rId6" Type="http://schemas.openxmlformats.org/officeDocument/2006/relationships/tags" Target="../tags/tag153.xml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image" Target="../media/image5.jpeg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image" Target="../media/image4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175.xml"/><Relationship Id="rId37" Type="http://schemas.openxmlformats.org/officeDocument/2006/relationships/image" Target="../media/image19.png"/><Relationship Id="rId36" Type="http://schemas.openxmlformats.org/officeDocument/2006/relationships/image" Target="../media/image18.png"/><Relationship Id="rId35" Type="http://schemas.openxmlformats.org/officeDocument/2006/relationships/image" Target="../media/image17.png"/><Relationship Id="rId34" Type="http://schemas.openxmlformats.org/officeDocument/2006/relationships/image" Target="../media/image12.png"/><Relationship Id="rId33" Type="http://schemas.openxmlformats.org/officeDocument/2006/relationships/tags" Target="../tags/tag174.xml"/><Relationship Id="rId32" Type="http://schemas.openxmlformats.org/officeDocument/2006/relationships/tags" Target="../tags/tag173.xml"/><Relationship Id="rId31" Type="http://schemas.openxmlformats.org/officeDocument/2006/relationships/image" Target="../media/image11.png"/><Relationship Id="rId30" Type="http://schemas.openxmlformats.org/officeDocument/2006/relationships/tags" Target="../tags/tag172.xml"/><Relationship Id="rId3" Type="http://schemas.openxmlformats.org/officeDocument/2006/relationships/image" Target="../media/image3.png"/><Relationship Id="rId29" Type="http://schemas.openxmlformats.org/officeDocument/2006/relationships/image" Target="../media/image10.png"/><Relationship Id="rId28" Type="http://schemas.openxmlformats.org/officeDocument/2006/relationships/tags" Target="../tags/tag171.xml"/><Relationship Id="rId27" Type="http://schemas.openxmlformats.org/officeDocument/2006/relationships/image" Target="../media/image9.png"/><Relationship Id="rId26" Type="http://schemas.openxmlformats.org/officeDocument/2006/relationships/tags" Target="../tags/tag170.xml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image" Target="../media/image16.png"/><Relationship Id="rId20" Type="http://schemas.openxmlformats.org/officeDocument/2006/relationships/tags" Target="../tags/tag165.xml"/><Relationship Id="rId2" Type="http://schemas.openxmlformats.org/officeDocument/2006/relationships/image" Target="../media/image2.png"/><Relationship Id="rId19" Type="http://schemas.openxmlformats.org/officeDocument/2006/relationships/tags" Target="../tags/tag164.xml"/><Relationship Id="rId18" Type="http://schemas.openxmlformats.org/officeDocument/2006/relationships/image" Target="../media/image13.png"/><Relationship Id="rId17" Type="http://schemas.openxmlformats.org/officeDocument/2006/relationships/tags" Target="../tags/tag163.xml"/><Relationship Id="rId16" Type="http://schemas.openxmlformats.org/officeDocument/2006/relationships/image" Target="../media/image8.png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image" Target="../media/image7.jpeg"/><Relationship Id="rId11" Type="http://schemas.openxmlformats.org/officeDocument/2006/relationships/tags" Target="../tags/tag159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190.xml"/><Relationship Id="rId31" Type="http://schemas.openxmlformats.org/officeDocument/2006/relationships/tags" Target="../tags/tag189.xml"/><Relationship Id="rId30" Type="http://schemas.openxmlformats.org/officeDocument/2006/relationships/image" Target="../media/image25.png"/><Relationship Id="rId3" Type="http://schemas.openxmlformats.org/officeDocument/2006/relationships/image" Target="../media/image1.png"/><Relationship Id="rId29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jpeg"/><Relationship Id="rId26" Type="http://schemas.openxmlformats.org/officeDocument/2006/relationships/image" Target="../media/image19.png"/><Relationship Id="rId25" Type="http://schemas.openxmlformats.org/officeDocument/2006/relationships/image" Target="../media/image18.png"/><Relationship Id="rId24" Type="http://schemas.openxmlformats.org/officeDocument/2006/relationships/image" Target="../media/image17.png"/><Relationship Id="rId23" Type="http://schemas.openxmlformats.org/officeDocument/2006/relationships/image" Target="../media/image12.png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image" Target="../media/image21.jpeg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image" Target="../media/image16.png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image" Target="../media/image13.png"/><Relationship Id="rId13" Type="http://schemas.openxmlformats.org/officeDocument/2006/relationships/tags" Target="../tags/tag181.xml"/><Relationship Id="rId12" Type="http://schemas.openxmlformats.org/officeDocument/2006/relationships/image" Target="../media/image8.png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205.xml"/><Relationship Id="rId31" Type="http://schemas.openxmlformats.org/officeDocument/2006/relationships/tags" Target="../tags/tag204.xml"/><Relationship Id="rId30" Type="http://schemas.openxmlformats.org/officeDocument/2006/relationships/image" Target="../media/image25.png"/><Relationship Id="rId3" Type="http://schemas.openxmlformats.org/officeDocument/2006/relationships/image" Target="../media/image1.png"/><Relationship Id="rId29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jpeg"/><Relationship Id="rId26" Type="http://schemas.openxmlformats.org/officeDocument/2006/relationships/image" Target="../media/image19.png"/><Relationship Id="rId25" Type="http://schemas.openxmlformats.org/officeDocument/2006/relationships/image" Target="../media/image18.png"/><Relationship Id="rId24" Type="http://schemas.openxmlformats.org/officeDocument/2006/relationships/image" Target="../media/image17.png"/><Relationship Id="rId23" Type="http://schemas.openxmlformats.org/officeDocument/2006/relationships/image" Target="../media/image12.png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image" Target="../media/image21.jpeg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image" Target="../media/image16.png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image" Target="../media/image13.png"/><Relationship Id="rId13" Type="http://schemas.openxmlformats.org/officeDocument/2006/relationships/tags" Target="../tags/tag196.xml"/><Relationship Id="rId12" Type="http://schemas.openxmlformats.org/officeDocument/2006/relationships/image" Target="../media/image8.png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20.jpeg"/><Relationship Id="rId7" Type="http://schemas.openxmlformats.org/officeDocument/2006/relationships/image" Target="../media/image19.png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220.xml"/><Relationship Id="rId37" Type="http://schemas.openxmlformats.org/officeDocument/2006/relationships/image" Target="../media/image31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image" Target="../media/image27.png"/><Relationship Id="rId32" Type="http://schemas.openxmlformats.org/officeDocument/2006/relationships/image" Target="../media/image26.png"/><Relationship Id="rId31" Type="http://schemas.openxmlformats.org/officeDocument/2006/relationships/tags" Target="../tags/tag219.xml"/><Relationship Id="rId30" Type="http://schemas.openxmlformats.org/officeDocument/2006/relationships/image" Target="../media/image25.png"/><Relationship Id="rId3" Type="http://schemas.openxmlformats.org/officeDocument/2006/relationships/image" Target="../media/image3.png"/><Relationship Id="rId29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jpeg"/><Relationship Id="rId26" Type="http://schemas.openxmlformats.org/officeDocument/2006/relationships/image" Target="../media/image18.png"/><Relationship Id="rId25" Type="http://schemas.openxmlformats.org/officeDocument/2006/relationships/image" Target="../media/image17.png"/><Relationship Id="rId24" Type="http://schemas.openxmlformats.org/officeDocument/2006/relationships/tags" Target="../tags/tag218.xml"/><Relationship Id="rId23" Type="http://schemas.openxmlformats.org/officeDocument/2006/relationships/tags" Target="../tags/tag217.xml"/><Relationship Id="rId22" Type="http://schemas.openxmlformats.org/officeDocument/2006/relationships/tags" Target="../tags/tag216.xml"/><Relationship Id="rId21" Type="http://schemas.openxmlformats.org/officeDocument/2006/relationships/tags" Target="../tags/tag215.xml"/><Relationship Id="rId20" Type="http://schemas.openxmlformats.org/officeDocument/2006/relationships/tags" Target="../tags/tag214.xml"/><Relationship Id="rId2" Type="http://schemas.openxmlformats.org/officeDocument/2006/relationships/image" Target="../media/image2.png"/><Relationship Id="rId19" Type="http://schemas.openxmlformats.org/officeDocument/2006/relationships/image" Target="../media/image16.png"/><Relationship Id="rId18" Type="http://schemas.openxmlformats.org/officeDocument/2006/relationships/tags" Target="../tags/tag213.xml"/><Relationship Id="rId17" Type="http://schemas.openxmlformats.org/officeDocument/2006/relationships/tags" Target="../tags/tag212.xml"/><Relationship Id="rId16" Type="http://schemas.openxmlformats.org/officeDocument/2006/relationships/image" Target="../media/image13.png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221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2.xml"/><Relationship Id="rId8" Type="http://schemas.openxmlformats.org/officeDocument/2006/relationships/image" Target="../media/image40.png"/><Relationship Id="rId7" Type="http://schemas.openxmlformats.org/officeDocument/2006/relationships/image" Target="../media/image19.png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image" Target="../media/image43.png"/><Relationship Id="rId5" Type="http://schemas.openxmlformats.org/officeDocument/2006/relationships/tags" Target="../tags/tag225.xml"/><Relationship Id="rId4" Type="http://schemas.openxmlformats.org/officeDocument/2006/relationships/image" Target="../media/image42.png"/><Relationship Id="rId3" Type="http://schemas.openxmlformats.org/officeDocument/2006/relationships/tags" Target="../tags/tag224.xml"/><Relationship Id="rId2" Type="http://schemas.openxmlformats.org/officeDocument/2006/relationships/image" Target="../media/image41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30.xml"/><Relationship Id="rId10" Type="http://schemas.openxmlformats.org/officeDocument/2006/relationships/tags" Target="../tags/tag229.xml"/><Relationship Id="rId1" Type="http://schemas.openxmlformats.org/officeDocument/2006/relationships/tags" Target="../tags/tag2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/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7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/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/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/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/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9129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912995" y="487362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5895023" y="281622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/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/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/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/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/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7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/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/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/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/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7605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760595" y="489267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5895023" y="281622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/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/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/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/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84987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795464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10"/>
          <a:stretch>
            <a:fillRect/>
          </a:stretch>
        </p:blipFill>
        <p:spPr>
          <a:xfrm>
            <a:off x="796607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11"/>
          <a:stretch>
            <a:fillRect/>
          </a:stretch>
        </p:blipFill>
        <p:spPr>
          <a:xfrm>
            <a:off x="795464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 rot="5400000">
            <a:off x="857885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>
            <p:custDataLst>
              <p:tags r:id="rId17"/>
            </p:custDataLst>
          </p:nvPr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>
            <p:custDataLst>
              <p:tags r:id="rId18"/>
            </p:custDataLst>
          </p:nvPr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9"/>
            </p:custDataLst>
          </p:nvPr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20"/>
            </p:custDataLst>
          </p:nvPr>
        </p:nvSpPr>
        <p:spPr>
          <a:xfrm>
            <a:off x="47605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21"/>
            </p:custDataLst>
          </p:nvPr>
        </p:nvSpPr>
        <p:spPr>
          <a:xfrm>
            <a:off x="4760595" y="489267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5851843" y="28460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>
            <p:custDataLst>
              <p:tags r:id="rId23"/>
            </p:custDataLst>
          </p:nvPr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4"/>
            </p:custDataLst>
          </p:nvPr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>
            <p:custDataLst>
              <p:tags r:id="rId25"/>
            </p:custDataLst>
          </p:nvPr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6"/>
            </p:custDataLst>
          </p:nvPr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7"/>
            </p:custDataLst>
          </p:nvPr>
        </p:nvSpPr>
        <p:spPr>
          <a:xfrm>
            <a:off x="784987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95464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96607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795464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4"/>
            </p:custDataLst>
          </p:nvPr>
        </p:nvSpPr>
        <p:spPr>
          <a:xfrm rot="5400000">
            <a:off x="857885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5"/>
            </p:custDataLst>
          </p:nvPr>
        </p:nvCxnSpPr>
        <p:spPr>
          <a:xfrm flipV="1">
            <a:off x="7513955" y="3253105"/>
            <a:ext cx="32639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6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</p:spTree>
    <p:custDataLst>
      <p:tags r:id="rId3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7"/>
            </p:custDataLst>
          </p:nvPr>
        </p:nvSpPr>
        <p:spPr>
          <a:xfrm>
            <a:off x="5201285" y="274066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8"/>
            </p:custDataLst>
          </p:nvPr>
        </p:nvSpPr>
        <p:spPr>
          <a:xfrm rot="16200000">
            <a:off x="5890895" y="23926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9">
            <a:alphaModFix amt="60000"/>
          </a:blip>
          <a:stretch>
            <a:fillRect/>
          </a:stretch>
        </p:blipFill>
        <p:spPr>
          <a:xfrm>
            <a:off x="6152515" y="273558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4802505" y="362966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5832158" y="279654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2"/>
            </p:custDataLst>
          </p:nvPr>
        </p:nvCxnSpPr>
        <p:spPr>
          <a:xfrm flipV="1">
            <a:off x="4865370" y="320103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3"/>
            </p:custDataLst>
          </p:nvPr>
        </p:nvCxnSpPr>
        <p:spPr>
          <a:xfrm>
            <a:off x="5469890" y="320103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4"/>
            </p:custDataLst>
          </p:nvPr>
        </p:nvSpPr>
        <p:spPr>
          <a:xfrm>
            <a:off x="783844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94321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95464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94321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1"/>
            </p:custDataLst>
          </p:nvPr>
        </p:nvSpPr>
        <p:spPr>
          <a:xfrm rot="5400000">
            <a:off x="856742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2"/>
            </p:custDataLst>
          </p:nvPr>
        </p:nvCxnSpPr>
        <p:spPr>
          <a:xfrm flipV="1">
            <a:off x="7502525" y="320103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3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1980565"/>
            <a:ext cx="880110" cy="29921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圆角矩形 23"/>
              <p:cNvSpPr/>
              <p:nvPr/>
            </p:nvSpPr>
            <p:spPr>
              <a:xfrm>
                <a:off x="10476230" y="3745230"/>
                <a:ext cx="669290" cy="450850"/>
              </a:xfrm>
              <a:prstGeom prst="roundRect">
                <a:avLst/>
              </a:prstGeom>
              <a:solidFill>
                <a:srgbClr val="2E71A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4" name="圆角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30" y="3745230"/>
                <a:ext cx="669290" cy="450850"/>
              </a:xfrm>
              <a:prstGeom prst="roundRect">
                <a:avLst/>
              </a:prstGeom>
              <a:blipFill rotWithShape="1">
                <a:blip r:embed="rId34"/>
                <a:stretch>
                  <a:fillRect l="-949" t="-1408" r="-949" b="-1408"/>
                </a:stretch>
              </a:blip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肘形连接符 27"/>
          <p:cNvCxnSpPr/>
          <p:nvPr/>
        </p:nvCxnSpPr>
        <p:spPr>
          <a:xfrm rot="16200000">
            <a:off x="7726998" y="-320992"/>
            <a:ext cx="760095" cy="5363210"/>
          </a:xfrm>
          <a:prstGeom prst="bentConnector3">
            <a:avLst>
              <a:gd name="adj1" fmla="val 28162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10078085" y="335407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636885" y="212979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1" name="文本框 50"/>
          <p:cNvSpPr txBox="1"/>
          <p:nvPr/>
        </p:nvSpPr>
        <p:spPr>
          <a:xfrm>
            <a:off x="10332085" y="2977515"/>
            <a:ext cx="2021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F:patch </a:t>
            </a:r>
            <a:endParaRPr lang="en-US" altLang="zh-CN"/>
          </a:p>
          <a:p>
            <a:r>
              <a:rPr lang="en-US" altLang="zh-CN"/>
              <a:t>feature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10324465" y="4214495"/>
            <a:ext cx="1220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initial support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2214880" y="347345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Inputs</a:t>
            </a:r>
            <a:endParaRPr lang="en-US" altLang="zh-CN"/>
          </a:p>
        </p:txBody>
      </p:sp>
    </p:spTree>
    <p:custDataLst>
      <p:tags r:id="rId3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2" name="组合 41"/>
          <p:cNvGrpSpPr/>
          <p:nvPr/>
        </p:nvGrpSpPr>
        <p:grpSpPr>
          <a:xfrm>
            <a:off x="3823970" y="1900555"/>
            <a:ext cx="982980" cy="1018540"/>
            <a:chOff x="6022" y="2993"/>
            <a:chExt cx="1548" cy="1604"/>
          </a:xfrm>
        </p:grpSpPr>
        <p:sp>
          <p:nvSpPr>
            <p:cNvPr id="25" name="矩形 24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04560" y="347345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809307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823658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08710" y="1104265"/>
            <a:ext cx="18611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98240" y="1163955"/>
            <a:ext cx="18611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160905" y="1157605"/>
            <a:ext cx="1861185" cy="147637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13"/>
            </p:custDataLst>
          </p:nvPr>
        </p:nvSpPr>
        <p:spPr>
          <a:xfrm>
            <a:off x="995680" y="838835"/>
            <a:ext cx="649668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4"/>
            </p:custDataLst>
          </p:nvPr>
        </p:nvCxnSpPr>
        <p:spPr>
          <a:xfrm flipV="1">
            <a:off x="3686175" y="851408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5"/>
          <a:stretch>
            <a:fillRect/>
          </a:stretch>
        </p:blipFill>
        <p:spPr>
          <a:xfrm>
            <a:off x="1300480" y="-627253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6"/>
            </p:custDataLst>
          </p:nvPr>
        </p:nvSpPr>
        <p:spPr>
          <a:xfrm>
            <a:off x="5201285" y="805307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5890895" y="770509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6152515" y="804799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19"/>
            </p:custDataLst>
          </p:nvPr>
        </p:nvSpPr>
        <p:spPr>
          <a:xfrm>
            <a:off x="4802505" y="894207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5832158" y="810895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1"/>
            </p:custDataLst>
          </p:nvPr>
        </p:nvCxnSpPr>
        <p:spPr>
          <a:xfrm flipV="1">
            <a:off x="4865370" y="851344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2"/>
            </p:custDataLst>
          </p:nvPr>
        </p:nvCxnSpPr>
        <p:spPr>
          <a:xfrm>
            <a:off x="5469890" y="851344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3"/>
            </p:custDataLst>
          </p:nvPr>
        </p:nvSpPr>
        <p:spPr>
          <a:xfrm>
            <a:off x="7838440" y="602805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943215" y="611505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954645" y="785431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943215" y="969200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0"/>
            </p:custDataLst>
          </p:nvPr>
        </p:nvSpPr>
        <p:spPr>
          <a:xfrm rot="5400000">
            <a:off x="8567420" y="944816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1"/>
            </p:custDataLst>
          </p:nvPr>
        </p:nvCxnSpPr>
        <p:spPr>
          <a:xfrm flipV="1">
            <a:off x="7502525" y="851344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2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7292975"/>
            <a:ext cx="880110" cy="29921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圆角矩形 23"/>
              <p:cNvSpPr/>
              <p:nvPr/>
            </p:nvSpPr>
            <p:spPr>
              <a:xfrm>
                <a:off x="10476230" y="9057640"/>
                <a:ext cx="669290" cy="450850"/>
              </a:xfrm>
              <a:prstGeom prst="roundRect">
                <a:avLst/>
              </a:prstGeom>
              <a:solidFill>
                <a:srgbClr val="2E71A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4" name="圆角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30" y="9057640"/>
                <a:ext cx="669290" cy="450850"/>
              </a:xfrm>
              <a:prstGeom prst="roundRect">
                <a:avLst/>
              </a:prstGeom>
              <a:blipFill rotWithShape="1">
                <a:blip r:embed="rId33"/>
                <a:stretch>
                  <a:fillRect l="-949" t="-1408" r="-949" b="-1408"/>
                </a:stretch>
              </a:blip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肘形连接符 27"/>
          <p:cNvCxnSpPr/>
          <p:nvPr/>
        </p:nvCxnSpPr>
        <p:spPr>
          <a:xfrm rot="16200000">
            <a:off x="7726998" y="4991418"/>
            <a:ext cx="760095" cy="5363210"/>
          </a:xfrm>
          <a:prstGeom prst="bentConnector3">
            <a:avLst>
              <a:gd name="adj1" fmla="val 28162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10078085" y="866648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636885" y="744220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1" name="文本框 50"/>
          <p:cNvSpPr txBox="1"/>
          <p:nvPr/>
        </p:nvSpPr>
        <p:spPr>
          <a:xfrm>
            <a:off x="10332085" y="8289925"/>
            <a:ext cx="2021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F:patch </a:t>
            </a:r>
            <a:endParaRPr lang="en-US" altLang="zh-CN"/>
          </a:p>
          <a:p>
            <a:r>
              <a:rPr lang="en-US" altLang="zh-CN"/>
              <a:t>feature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10324465" y="9526905"/>
            <a:ext cx="1220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initial support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4173855" y="4796155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Inputs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5153025" y="1504950"/>
            <a:ext cx="831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...</a:t>
            </a:r>
            <a:endParaRPr lang="en-US" altLang="zh-CN" sz="2800"/>
          </a:p>
        </p:txBody>
      </p:sp>
    </p:spTree>
    <p:custDataLst>
      <p:tags r:id="rId3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34410" y="977265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8630" y="11214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37945" y="977900"/>
            <a:ext cx="2013585" cy="14966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7"/>
            </p:custDataLst>
          </p:nvPr>
        </p:nvSpPr>
        <p:spPr>
          <a:xfrm>
            <a:off x="5201285" y="274066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8"/>
            </p:custDataLst>
          </p:nvPr>
        </p:nvSpPr>
        <p:spPr>
          <a:xfrm rot="16200000">
            <a:off x="5890895" y="23926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9">
            <a:alphaModFix amt="60000"/>
          </a:blip>
          <a:stretch>
            <a:fillRect/>
          </a:stretch>
        </p:blipFill>
        <p:spPr>
          <a:xfrm>
            <a:off x="6152515" y="273558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4802505" y="362966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5832158" y="279654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2"/>
            </p:custDataLst>
          </p:nvPr>
        </p:nvCxnSpPr>
        <p:spPr>
          <a:xfrm flipV="1">
            <a:off x="4865370" y="320103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3"/>
            </p:custDataLst>
          </p:nvPr>
        </p:nvCxnSpPr>
        <p:spPr>
          <a:xfrm>
            <a:off x="5469890" y="320103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4"/>
            </p:custDataLst>
          </p:nvPr>
        </p:nvSpPr>
        <p:spPr>
          <a:xfrm>
            <a:off x="783844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94321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95464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94321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1"/>
            </p:custDataLst>
          </p:nvPr>
        </p:nvSpPr>
        <p:spPr>
          <a:xfrm rot="5400000">
            <a:off x="856742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2"/>
            </p:custDataLst>
          </p:nvPr>
        </p:nvCxnSpPr>
        <p:spPr>
          <a:xfrm flipV="1">
            <a:off x="7502525" y="320103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3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2094865"/>
            <a:ext cx="1616075" cy="251714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5345" y="925195"/>
            <a:ext cx="4785360" cy="302069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24560" y="110109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24560" y="443738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24560" y="266763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1471295" y="421132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808990" y="1003300"/>
            <a:ext cx="2239645" cy="509968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56657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Correspondence/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3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4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5"/>
            </p:custDataLst>
          </p:nvPr>
        </p:nvSpPr>
        <p:spPr>
          <a:xfrm>
            <a:off x="7672070" y="1003300"/>
            <a:ext cx="2239645" cy="510032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776845" y="110109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772400" y="266255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776845" y="450532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2"/>
            </p:custDataLst>
          </p:nvPr>
        </p:nvSpPr>
        <p:spPr>
          <a:xfrm rot="5400000">
            <a:off x="8401050" y="426148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3"/>
            </p:custDataLst>
          </p:nvPr>
        </p:nvCxnSpPr>
        <p:spPr>
          <a:xfrm flipV="1">
            <a:off x="7336155" y="332676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4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9911715" y="355346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71575" y="66992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923925" y="259207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2"/>
          <a:stretch>
            <a:fillRect/>
          </a:stretch>
        </p:blipFill>
        <p:spPr>
          <a:xfrm>
            <a:off x="923925" y="1197610"/>
            <a:ext cx="2014220" cy="1327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7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 rot="5400000">
            <a:off x="1471295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0899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1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2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3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4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56276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19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0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1"/>
            </p:custDataLst>
          </p:nvPr>
        </p:nvSpPr>
        <p:spPr>
          <a:xfrm>
            <a:off x="767207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2"/>
            </p:custDataLst>
          </p:nvPr>
        </p:nvCxnSpPr>
        <p:spPr>
          <a:xfrm>
            <a:off x="7341235" y="332676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23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9911715" y="3406775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10615" y="73088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7"/>
          <a:stretch>
            <a:fillRect/>
          </a:stretch>
        </p:blipFill>
        <p:spPr>
          <a:xfrm>
            <a:off x="924560" y="427736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28"/>
          <a:stretch>
            <a:fillRect/>
          </a:stretch>
        </p:blipFill>
        <p:spPr>
          <a:xfrm>
            <a:off x="7785100" y="1198880"/>
            <a:ext cx="2013585" cy="132651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29"/>
          <a:stretch>
            <a:fillRect/>
          </a:stretch>
        </p:blipFill>
        <p:spPr>
          <a:xfrm>
            <a:off x="7785100" y="2592070"/>
            <a:ext cx="2013585" cy="131699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0"/>
          <a:stretch>
            <a:fillRect/>
          </a:stretch>
        </p:blipFill>
        <p:spPr>
          <a:xfrm>
            <a:off x="7785735" y="4277360"/>
            <a:ext cx="2012950" cy="131635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 rot="5400000">
            <a:off x="8333740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</p:spTree>
    <p:custDataLst>
      <p:tags r:id="rId3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923925" y="259207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2"/>
          <a:stretch>
            <a:fillRect/>
          </a:stretch>
        </p:blipFill>
        <p:spPr>
          <a:xfrm>
            <a:off x="923925" y="1197610"/>
            <a:ext cx="2014220" cy="1327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7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 rot="5400000">
            <a:off x="1471295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0899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1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2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3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4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56276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19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0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1"/>
            </p:custDataLst>
          </p:nvPr>
        </p:nvSpPr>
        <p:spPr>
          <a:xfrm>
            <a:off x="767207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2"/>
            </p:custDataLst>
          </p:nvPr>
        </p:nvCxnSpPr>
        <p:spPr>
          <a:xfrm>
            <a:off x="7341235" y="332676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23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4" idx="1"/>
          </p:cNvCxnSpPr>
          <p:nvPr/>
        </p:nvCxnSpPr>
        <p:spPr>
          <a:xfrm>
            <a:off x="9911715" y="3406775"/>
            <a:ext cx="384810" cy="807085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10615" y="73088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7"/>
          <a:stretch>
            <a:fillRect/>
          </a:stretch>
        </p:blipFill>
        <p:spPr>
          <a:xfrm>
            <a:off x="924560" y="427736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28"/>
          <a:stretch>
            <a:fillRect/>
          </a:stretch>
        </p:blipFill>
        <p:spPr>
          <a:xfrm>
            <a:off x="7785100" y="1198880"/>
            <a:ext cx="2013585" cy="132651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29"/>
          <a:stretch>
            <a:fillRect/>
          </a:stretch>
        </p:blipFill>
        <p:spPr>
          <a:xfrm>
            <a:off x="7785100" y="2592070"/>
            <a:ext cx="2013585" cy="131699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0"/>
          <a:stretch>
            <a:fillRect/>
          </a:stretch>
        </p:blipFill>
        <p:spPr>
          <a:xfrm>
            <a:off x="7785735" y="4277360"/>
            <a:ext cx="2012950" cy="131635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 rot="5400000">
            <a:off x="8333740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</p:spTree>
    <p:custDataLst>
      <p:tags r:id="rId3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845050" y="-338328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880" y="-516636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62470" y="-435102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12950" y="-195072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2102485" y="-674243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7226300" y="535305"/>
            <a:ext cx="11377295" cy="5038725"/>
            <a:chOff x="1274" y="1061"/>
            <a:chExt cx="17917" cy="7935"/>
          </a:xfrm>
        </p:grpSpPr>
        <p:pic>
          <p:nvPicPr>
            <p:cNvPr id="26" name="图片 25"/>
            <p:cNvPicPr/>
            <p:nvPr/>
          </p:nvPicPr>
          <p:blipFill>
            <a:blip r:embed="rId8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0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1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2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3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4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5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6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8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1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0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1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2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3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4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4" idx="1"/>
            </p:cNvCxnSpPr>
            <p:nvPr/>
          </p:nvCxnSpPr>
          <p:spPr>
            <a:xfrm>
              <a:off x="15609" y="5365"/>
              <a:ext cx="606" cy="1271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Noisy initial responses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7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28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1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3381375" y="548005"/>
            <a:ext cx="4287520" cy="490728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108575" y="59436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24" name="组合 23"/>
          <p:cNvGrpSpPr/>
          <p:nvPr/>
        </p:nvGrpSpPr>
        <p:grpSpPr>
          <a:xfrm>
            <a:off x="12941300" y="-4462780"/>
            <a:ext cx="2123440" cy="1402715"/>
            <a:chOff x="8951" y="3598"/>
            <a:chExt cx="3344" cy="2209"/>
          </a:xfrm>
        </p:grpSpPr>
        <p:pic>
          <p:nvPicPr>
            <p:cNvPr id="17" name="图片 16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8951" y="3735"/>
              <a:ext cx="3171" cy="2073"/>
            </a:xfrm>
            <a:prstGeom prst="rect">
              <a:avLst/>
            </a:prstGeom>
          </p:spPr>
        </p:pic>
        <p:pic>
          <p:nvPicPr>
            <p:cNvPr id="14" name="图片 13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9014" y="3643"/>
              <a:ext cx="3191" cy="2074"/>
            </a:xfrm>
            <a:prstGeom prst="rect">
              <a:avLst/>
            </a:prstGeom>
          </p:spPr>
        </p:pic>
        <p:pic>
          <p:nvPicPr>
            <p:cNvPr id="16" name="图片 15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9125" y="3598"/>
              <a:ext cx="3171" cy="2091"/>
            </a:xfrm>
            <a:prstGeom prst="rect">
              <a:avLst/>
            </a:prstGeom>
          </p:spPr>
        </p:pic>
      </p:grpSp>
      <p:grpSp>
        <p:nvGrpSpPr>
          <p:cNvPr id="165" name="组合 164"/>
          <p:cNvGrpSpPr/>
          <p:nvPr/>
        </p:nvGrpSpPr>
        <p:grpSpPr>
          <a:xfrm>
            <a:off x="4044315" y="1460500"/>
            <a:ext cx="1137920" cy="529590"/>
            <a:chOff x="7764" y="4730"/>
            <a:chExt cx="1792" cy="834"/>
          </a:xfrm>
        </p:grpSpPr>
        <p:pic>
          <p:nvPicPr>
            <p:cNvPr id="153" name="图片 152"/>
            <p:cNvPicPr/>
            <p:nvPr/>
          </p:nvPicPr>
          <p:blipFill>
            <a:blip r:embed="rId35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>
              <a:off x="9282" y="4869"/>
              <a:ext cx="12" cy="5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3878580" y="115951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4322445" y="223647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2445" y="2236470"/>
                <a:ext cx="457200" cy="457200"/>
              </a:xfrm>
              <a:prstGeom prst="cube">
                <a:avLst/>
              </a:prstGeom>
              <a:blipFill rotWithShape="1">
                <a:blip r:embed="rId36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2770505" y="172529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4512945" y="198818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>
            <a:stCxn id="124" idx="3"/>
            <a:endCxn id="153" idx="1"/>
          </p:cNvCxnSpPr>
          <p:nvPr/>
        </p:nvCxnSpPr>
        <p:spPr>
          <a:xfrm flipV="1">
            <a:off x="2950210" y="1725295"/>
            <a:ext cx="1094105" cy="2350135"/>
          </a:xfrm>
          <a:prstGeom prst="bentConnector3">
            <a:avLst>
              <a:gd name="adj1" fmla="val 27916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4358005" y="294195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4507865" y="269049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>
            <a:off x="4507865" y="325818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7" name="组合 176"/>
          <p:cNvGrpSpPr/>
          <p:nvPr/>
        </p:nvGrpSpPr>
        <p:grpSpPr>
          <a:xfrm>
            <a:off x="4333875" y="3477260"/>
            <a:ext cx="337820" cy="368300"/>
            <a:chOff x="6825" y="5476"/>
            <a:chExt cx="532" cy="580"/>
          </a:xfrm>
        </p:grpSpPr>
        <p:sp>
          <p:nvSpPr>
            <p:cNvPr id="174" name="椭圆 173"/>
            <p:cNvSpPr/>
            <p:nvPr/>
          </p:nvSpPr>
          <p:spPr>
            <a:xfrm>
              <a:off x="6863" y="5532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blipFill rotWithShape="1">
                  <a:blip r:embed="rId3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9" name="圆角矩形 178"/>
          <p:cNvSpPr/>
          <p:nvPr/>
        </p:nvSpPr>
        <p:spPr>
          <a:xfrm>
            <a:off x="7568565" y="5186680"/>
            <a:ext cx="4287520" cy="373189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3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V="1">
            <a:off x="179705" y="558165"/>
            <a:ext cx="264795" cy="176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V="1">
            <a:off x="822960" y="577215"/>
            <a:ext cx="250190" cy="163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346710" y="645160"/>
            <a:ext cx="756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0" name="组合 129"/>
          <p:cNvGrpSpPr/>
          <p:nvPr/>
        </p:nvGrpSpPr>
        <p:grpSpPr>
          <a:xfrm rot="16200000">
            <a:off x="666115" y="-8890"/>
            <a:ext cx="325120" cy="839470"/>
            <a:chOff x="4051" y="3534"/>
            <a:chExt cx="512" cy="1322"/>
          </a:xfrm>
        </p:grpSpPr>
        <p:sp>
          <p:nvSpPr>
            <p:cNvPr id="131" name="圆角矩形 130"/>
            <p:cNvSpPr/>
            <p:nvPr/>
          </p:nvSpPr>
          <p:spPr>
            <a:xfrm>
              <a:off x="4051" y="3534"/>
              <a:ext cx="512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>
            <a:xfrm flipH="1">
              <a:off x="4051" y="380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4060" y="406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4060" y="4322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4051" y="4580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 rot="16200000">
            <a:off x="419100" y="158115"/>
            <a:ext cx="325120" cy="839470"/>
            <a:chOff x="4051" y="3534"/>
            <a:chExt cx="512" cy="1322"/>
          </a:xfrm>
        </p:grpSpPr>
        <p:sp>
          <p:nvSpPr>
            <p:cNvPr id="137" name="圆角矩形 136"/>
            <p:cNvSpPr/>
            <p:nvPr/>
          </p:nvSpPr>
          <p:spPr>
            <a:xfrm>
              <a:off x="4051" y="3534"/>
              <a:ext cx="512" cy="1323"/>
            </a:xfrm>
            <a:prstGeom prst="roundRect">
              <a:avLst/>
            </a:prstGeom>
            <a:solidFill>
              <a:srgbClr val="9DC3E6">
                <a:alpha val="92000"/>
              </a:srgbClr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 flipH="1">
              <a:off x="4051" y="380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H="1">
              <a:off x="4060" y="406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H="1">
              <a:off x="4060" y="4322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flipH="1">
              <a:off x="4051" y="4580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42" name="直接连接符 141"/>
          <p:cNvCxnSpPr/>
          <p:nvPr/>
        </p:nvCxnSpPr>
        <p:spPr>
          <a:xfrm flipV="1">
            <a:off x="179705" y="249555"/>
            <a:ext cx="267970" cy="178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958215" y="249555"/>
            <a:ext cx="248920" cy="165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V="1">
            <a:off x="963930" y="561975"/>
            <a:ext cx="264795" cy="176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1287780" y="1492250"/>
            <a:ext cx="2210435" cy="219075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028825" y="1693545"/>
            <a:ext cx="193675" cy="198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391410" y="1693545"/>
            <a:ext cx="19113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978660" y="3261995"/>
            <a:ext cx="144145" cy="162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176145" y="1891665"/>
            <a:ext cx="168910" cy="179705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869440" y="1891665"/>
            <a:ext cx="128270" cy="12890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591310" y="2207895"/>
            <a:ext cx="19367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911350" y="2411095"/>
            <a:ext cx="172085" cy="166370"/>
          </a:xfrm>
          <a:prstGeom prst="ellipse">
            <a:avLst/>
          </a:prstGeom>
          <a:solidFill>
            <a:srgbClr val="F8EAD9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784985" y="2661285"/>
            <a:ext cx="193675" cy="198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520825" y="2859405"/>
            <a:ext cx="19367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877060" y="2950845"/>
            <a:ext cx="184150" cy="1803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637155" y="1826260"/>
            <a:ext cx="193675" cy="198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940685" y="2056130"/>
            <a:ext cx="193675" cy="198120"/>
          </a:xfrm>
          <a:prstGeom prst="ellipse">
            <a:avLst/>
          </a:prstGeom>
          <a:solidFill>
            <a:srgbClr val="EADDD0"/>
          </a:solidFill>
          <a:ln>
            <a:solidFill>
              <a:srgbClr val="B89B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109595" y="2492375"/>
            <a:ext cx="172720" cy="17145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491740" y="2136140"/>
            <a:ext cx="215265" cy="2273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109470" y="2136140"/>
            <a:ext cx="279400" cy="2698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809875" y="2299970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2552700" y="2492375"/>
            <a:ext cx="172720" cy="17272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251710" y="2575560"/>
            <a:ext cx="172720" cy="172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25140" y="2770505"/>
            <a:ext cx="172085" cy="18034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677160" y="3057525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2176145" y="2917825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43785" y="3314700"/>
            <a:ext cx="208915" cy="203835"/>
          </a:xfrm>
          <a:prstGeom prst="roundRect">
            <a:avLst/>
          </a:prstGeom>
          <a:solidFill>
            <a:srgbClr val="EADDD0"/>
          </a:solidFill>
          <a:ln w="12700">
            <a:solidFill>
              <a:srgbClr val="B89B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2582545" y="2832100"/>
            <a:ext cx="158750" cy="1562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720215" y="1123950"/>
            <a:ext cx="1436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Token Pool</a:t>
            </a:r>
            <a:endParaRPr lang="en-US" altLang="zh-CN"/>
          </a:p>
        </p:txBody>
      </p:sp>
      <p:cxnSp>
        <p:nvCxnSpPr>
          <p:cNvPr id="33" name="直接连接符 32"/>
          <p:cNvCxnSpPr/>
          <p:nvPr/>
        </p:nvCxnSpPr>
        <p:spPr>
          <a:xfrm>
            <a:off x="3782695" y="2362200"/>
            <a:ext cx="348996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3782695" y="2823210"/>
            <a:ext cx="3507740" cy="127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3908425" y="2487295"/>
            <a:ext cx="215900" cy="21399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4251325" y="2482215"/>
            <a:ext cx="215900" cy="213995"/>
          </a:xfrm>
          <a:prstGeom prst="roundRect">
            <a:avLst/>
          </a:prstGeom>
          <a:solidFill>
            <a:srgbClr val="D66012"/>
          </a:solidFill>
          <a:ln w="12700">
            <a:solidFill>
              <a:srgbClr val="D6601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4584065" y="2487295"/>
            <a:ext cx="215900" cy="213995"/>
          </a:xfrm>
          <a:prstGeom prst="roundRect">
            <a:avLst/>
          </a:prstGeom>
          <a:solidFill>
            <a:srgbClr val="ED6919"/>
          </a:solidFill>
          <a:ln w="12700">
            <a:solidFill>
              <a:srgbClr val="ED69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4922520" y="2482215"/>
            <a:ext cx="215900" cy="213995"/>
          </a:xfrm>
          <a:prstGeom prst="roundRect">
            <a:avLst/>
          </a:prstGeom>
          <a:solidFill>
            <a:srgbClr val="F18646"/>
          </a:solidFill>
          <a:ln w="12700">
            <a:solidFill>
              <a:srgbClr val="F1864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5254625" y="2482215"/>
            <a:ext cx="215900" cy="213995"/>
          </a:xfrm>
          <a:prstGeom prst="roundRect">
            <a:avLst/>
          </a:prstGeom>
          <a:solidFill>
            <a:srgbClr val="F6AE86"/>
          </a:solidFill>
          <a:ln w="12700">
            <a:solidFill>
              <a:srgbClr val="F6AE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5597525" y="2477135"/>
            <a:ext cx="215900" cy="213995"/>
          </a:xfrm>
          <a:prstGeom prst="roundRect">
            <a:avLst/>
          </a:prstGeom>
          <a:solidFill>
            <a:srgbClr val="F9C7AC"/>
          </a:solidFill>
          <a:ln w="12700">
            <a:solidFill>
              <a:srgbClr val="F9C7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5930265" y="2482215"/>
            <a:ext cx="215900" cy="213995"/>
          </a:xfrm>
          <a:prstGeom prst="roundRect">
            <a:avLst/>
          </a:prstGeom>
          <a:solidFill>
            <a:srgbClr val="FCDDC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6268720" y="2477135"/>
            <a:ext cx="215900" cy="2139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>
            <a:stCxn id="6" idx="3"/>
          </p:cNvCxnSpPr>
          <p:nvPr/>
        </p:nvCxnSpPr>
        <p:spPr>
          <a:xfrm>
            <a:off x="3498215" y="2587625"/>
            <a:ext cx="26035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673215" y="1684020"/>
            <a:ext cx="75565" cy="1829435"/>
          </a:xfrm>
          <a:prstGeom prst="rect">
            <a:avLst/>
          </a:prstGeom>
          <a:solidFill>
            <a:srgbClr val="F8CBAC"/>
          </a:solidFill>
          <a:ln>
            <a:solidFill>
              <a:srgbClr val="B15A1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18435" y="1775460"/>
            <a:ext cx="2217420" cy="2545080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>
            <a:off x="4746625" y="2207895"/>
            <a:ext cx="93726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468495" y="1793875"/>
            <a:ext cx="1609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Ranking Belt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6314440" y="981075"/>
            <a:ext cx="1071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 Gate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5726430" y="1265555"/>
                <a:ext cx="22015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𝑐𝑒𝑖𝑙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𝐻𝑊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430" y="1265555"/>
                <a:ext cx="2201545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/>
          <p:cNvCxnSpPr/>
          <p:nvPr/>
        </p:nvCxnSpPr>
        <p:spPr>
          <a:xfrm flipV="1">
            <a:off x="7263765" y="1860550"/>
            <a:ext cx="504825" cy="504825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759065" y="1863725"/>
            <a:ext cx="206375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282180" y="2816860"/>
            <a:ext cx="535940" cy="53594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778115" y="2299970"/>
            <a:ext cx="206057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7768590" y="3314700"/>
            <a:ext cx="2130425" cy="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759065" y="2917825"/>
            <a:ext cx="2112645" cy="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8018145" y="1969770"/>
            <a:ext cx="1562100" cy="218440"/>
            <a:chOff x="9897" y="4109"/>
            <a:chExt cx="2460" cy="344"/>
          </a:xfrm>
        </p:grpSpPr>
        <p:sp>
          <p:nvSpPr>
            <p:cNvPr id="64" name="圆角矩形 63"/>
            <p:cNvSpPr/>
            <p:nvPr/>
          </p:nvSpPr>
          <p:spPr>
            <a:xfrm>
              <a:off x="9897" y="4117"/>
              <a:ext cx="340" cy="337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10437" y="4109"/>
              <a:ext cx="340" cy="337"/>
            </a:xfrm>
            <a:prstGeom prst="roundRect">
              <a:avLst/>
            </a:prstGeom>
            <a:solidFill>
              <a:srgbClr val="D66012"/>
            </a:solidFill>
            <a:ln w="12700">
              <a:solidFill>
                <a:srgbClr val="D6601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10961" y="4117"/>
              <a:ext cx="340" cy="337"/>
            </a:xfrm>
            <a:prstGeom prst="roundRect">
              <a:avLst/>
            </a:prstGeom>
            <a:solidFill>
              <a:srgbClr val="ED6919"/>
            </a:solidFill>
            <a:ln w="12700">
              <a:solidFill>
                <a:srgbClr val="ED691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11494" y="4109"/>
              <a:ext cx="340" cy="337"/>
            </a:xfrm>
            <a:prstGeom prst="roundRect">
              <a:avLst/>
            </a:prstGeom>
            <a:solidFill>
              <a:srgbClr val="F18646"/>
            </a:solidFill>
            <a:ln w="12700">
              <a:solidFill>
                <a:srgbClr val="F1864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12017" y="4109"/>
              <a:ext cx="340" cy="337"/>
            </a:xfrm>
            <a:prstGeom prst="roundRect">
              <a:avLst/>
            </a:prstGeom>
            <a:solidFill>
              <a:srgbClr val="F6AE86"/>
            </a:solidFill>
            <a:ln w="12700">
              <a:solidFill>
                <a:srgbClr val="F6AE8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0" name="直接连接符 69"/>
          <p:cNvCxnSpPr/>
          <p:nvPr/>
        </p:nvCxnSpPr>
        <p:spPr>
          <a:xfrm flipV="1">
            <a:off x="7475855" y="2299970"/>
            <a:ext cx="311150" cy="31115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466330" y="2606040"/>
            <a:ext cx="306070" cy="306705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/>
        </p:nvSpPr>
        <p:spPr>
          <a:xfrm>
            <a:off x="8022590" y="3008630"/>
            <a:ext cx="215900" cy="213995"/>
          </a:xfrm>
          <a:prstGeom prst="roundRect">
            <a:avLst/>
          </a:prstGeom>
          <a:solidFill>
            <a:srgbClr val="F9C7AC"/>
          </a:solidFill>
          <a:ln w="12700">
            <a:solidFill>
              <a:srgbClr val="F9C7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8355330" y="3013710"/>
            <a:ext cx="215900" cy="213995"/>
          </a:xfrm>
          <a:prstGeom prst="roundRect">
            <a:avLst/>
          </a:prstGeom>
          <a:solidFill>
            <a:srgbClr val="FCDDC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8693785" y="3008630"/>
            <a:ext cx="215900" cy="2139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4" name="直接箭头连接符 83"/>
          <p:cNvCxnSpPr/>
          <p:nvPr/>
        </p:nvCxnSpPr>
        <p:spPr>
          <a:xfrm>
            <a:off x="9766300" y="2071370"/>
            <a:ext cx="26035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圆角矩形 84"/>
          <p:cNvSpPr/>
          <p:nvPr/>
        </p:nvSpPr>
        <p:spPr>
          <a:xfrm>
            <a:off x="10123170" y="1863725"/>
            <a:ext cx="70802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/>
              <p:cNvSpPr txBox="1"/>
              <p:nvPr/>
            </p:nvSpPr>
            <p:spPr>
              <a:xfrm>
                <a:off x="10115550" y="1860550"/>
                <a:ext cx="747395" cy="353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𝑡𝑜𝑝𝑘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5550" y="1860550"/>
                <a:ext cx="747395" cy="353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圆角矩形 86"/>
          <p:cNvSpPr/>
          <p:nvPr/>
        </p:nvSpPr>
        <p:spPr>
          <a:xfrm>
            <a:off x="9032240" y="300863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9375140" y="301371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9714230" y="301371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8355330" y="1349375"/>
            <a:ext cx="886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Top-</a:t>
            </a:r>
            <a:r>
              <a:rPr lang="en-US" altLang="zh-CN"/>
              <a:t>K</a:t>
            </a:r>
            <a:endParaRPr lang="en-US" altLang="zh-CN"/>
          </a:p>
        </p:txBody>
      </p:sp>
      <p:sp>
        <p:nvSpPr>
          <p:cNvPr id="3" name="圆角矩形 2"/>
          <p:cNvSpPr/>
          <p:nvPr/>
        </p:nvSpPr>
        <p:spPr>
          <a:xfrm>
            <a:off x="7653020" y="3789045"/>
            <a:ext cx="183959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7727950" y="3833495"/>
                <a:ext cx="1700530" cy="361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𝑜𝑛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𝑔𝑎𝑡𝑒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950" y="3833495"/>
                <a:ext cx="1700530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/>
          <p:cNvSpPr/>
          <p:nvPr/>
        </p:nvSpPr>
        <p:spPr>
          <a:xfrm>
            <a:off x="7653020" y="4435475"/>
            <a:ext cx="183959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7534910" y="4473575"/>
                <a:ext cx="211010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𝑚𝑎𝑠𝑠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𝑘𝑒𝑒𝑝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910" y="4473575"/>
                <a:ext cx="2110105" cy="3784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圆角矩形 51"/>
          <p:cNvSpPr/>
          <p:nvPr/>
        </p:nvSpPr>
        <p:spPr>
          <a:xfrm>
            <a:off x="7653020" y="5102225"/>
            <a:ext cx="183959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7727950" y="5146675"/>
                <a:ext cx="170053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𝛿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𝑡ℎ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950" y="5146675"/>
                <a:ext cx="170053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肘形连接符 54"/>
          <p:cNvCxnSpPr/>
          <p:nvPr/>
        </p:nvCxnSpPr>
        <p:spPr>
          <a:xfrm rot="5400000">
            <a:off x="8809990" y="2990215"/>
            <a:ext cx="2349500" cy="984885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endCxn id="3" idx="3"/>
          </p:cNvCxnSpPr>
          <p:nvPr/>
        </p:nvCxnSpPr>
        <p:spPr>
          <a:xfrm rot="16200000" flipV="1">
            <a:off x="9435465" y="4067810"/>
            <a:ext cx="641985" cy="528955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endCxn id="52" idx="3"/>
          </p:cNvCxnSpPr>
          <p:nvPr/>
        </p:nvCxnSpPr>
        <p:spPr>
          <a:xfrm rot="5400000">
            <a:off x="9421495" y="4723765"/>
            <a:ext cx="671195" cy="528955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8" idx="1"/>
          </p:cNvCxnSpPr>
          <p:nvPr/>
        </p:nvCxnSpPr>
        <p:spPr>
          <a:xfrm flipH="1">
            <a:off x="6990715" y="4657725"/>
            <a:ext cx="662305" cy="317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3" idx="1"/>
          </p:cNvCxnSpPr>
          <p:nvPr/>
        </p:nvCxnSpPr>
        <p:spPr>
          <a:xfrm rot="10800000" flipV="1">
            <a:off x="6990080" y="4010660"/>
            <a:ext cx="662305" cy="509905"/>
          </a:xfrm>
          <a:prstGeom prst="bentConnector3">
            <a:avLst>
              <a:gd name="adj1" fmla="val 4995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52" idx="1"/>
          </p:cNvCxnSpPr>
          <p:nvPr/>
        </p:nvCxnSpPr>
        <p:spPr>
          <a:xfrm rot="10800000">
            <a:off x="6990080" y="4784725"/>
            <a:ext cx="662305" cy="539750"/>
          </a:xfrm>
          <a:prstGeom prst="bentConnector3">
            <a:avLst>
              <a:gd name="adj1" fmla="val 4995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流程图: 延期 74"/>
          <p:cNvSpPr/>
          <p:nvPr/>
        </p:nvSpPr>
        <p:spPr>
          <a:xfrm rot="10800000">
            <a:off x="6517640" y="4404995"/>
            <a:ext cx="473075" cy="511810"/>
          </a:xfrm>
          <a:prstGeom prst="flowChartDelay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肘形连接符 75"/>
          <p:cNvCxnSpPr>
            <a:stCxn id="75" idx="3"/>
            <a:endCxn id="77" idx="3"/>
          </p:cNvCxnSpPr>
          <p:nvPr/>
        </p:nvCxnSpPr>
        <p:spPr>
          <a:xfrm rot="10800000">
            <a:off x="5916930" y="4251325"/>
            <a:ext cx="600710" cy="40957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圆角矩形 76"/>
          <p:cNvSpPr/>
          <p:nvPr/>
        </p:nvSpPr>
        <p:spPr>
          <a:xfrm>
            <a:off x="2809875" y="4029075"/>
            <a:ext cx="310705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2817495" y="4065270"/>
                <a:ext cx="3106420" cy="362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𝑟𝑒𝑠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𝑡𝑜𝑝𝑘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𝑓𝑢𝑙𝑙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495" y="4065270"/>
                <a:ext cx="3106420" cy="36258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圆角矩形 78"/>
          <p:cNvSpPr/>
          <p:nvPr/>
        </p:nvSpPr>
        <p:spPr>
          <a:xfrm>
            <a:off x="4064000" y="4821555"/>
            <a:ext cx="1273810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/>
              <p:cNvSpPr txBox="1"/>
              <p:nvPr/>
            </p:nvSpPr>
            <p:spPr>
              <a:xfrm>
                <a:off x="4220210" y="4835525"/>
                <a:ext cx="977265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𝑓𝑢𝑙𝑙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0" name="文本框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210" y="4835525"/>
                <a:ext cx="977265" cy="37909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肘形连接符 81"/>
          <p:cNvCxnSpPr>
            <a:endCxn id="79" idx="3"/>
          </p:cNvCxnSpPr>
          <p:nvPr/>
        </p:nvCxnSpPr>
        <p:spPr>
          <a:xfrm rot="10800000" flipV="1">
            <a:off x="5337810" y="4660265"/>
            <a:ext cx="885190" cy="382905"/>
          </a:xfrm>
          <a:prstGeom prst="bentConnector3">
            <a:avLst>
              <a:gd name="adj1" fmla="val 93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圆角矩形 87"/>
          <p:cNvSpPr/>
          <p:nvPr/>
        </p:nvSpPr>
        <p:spPr>
          <a:xfrm>
            <a:off x="1384300" y="4438015"/>
            <a:ext cx="932180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1484630" y="4450715"/>
                <a:ext cx="668655" cy="3098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𝑓𝑖𝑛𝑎𝑙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30" y="4450715"/>
                <a:ext cx="668655" cy="309880"/>
              </a:xfrm>
              <a:prstGeom prst="rect">
                <a:avLst/>
              </a:prstGeom>
              <a:blipFill rotWithShape="1">
                <a:blip r:embed="rId9"/>
                <a:stretch>
                  <a:fillRect r="-3419" b="-6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肘形连接符 92"/>
          <p:cNvCxnSpPr>
            <a:stCxn id="78" idx="1"/>
            <a:endCxn id="88" idx="0"/>
          </p:cNvCxnSpPr>
          <p:nvPr/>
        </p:nvCxnSpPr>
        <p:spPr>
          <a:xfrm rot="10800000" flipV="1">
            <a:off x="1850390" y="4246880"/>
            <a:ext cx="967105" cy="191135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6" name="肘形连接符 95"/>
          <p:cNvCxnSpPr>
            <a:stCxn id="79" idx="1"/>
            <a:endCxn id="88" idx="2"/>
          </p:cNvCxnSpPr>
          <p:nvPr/>
        </p:nvCxnSpPr>
        <p:spPr>
          <a:xfrm rot="10800000">
            <a:off x="1850390" y="4882515"/>
            <a:ext cx="2213610" cy="161290"/>
          </a:xfrm>
          <a:prstGeom prst="bentConnector2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180" y="121920"/>
            <a:ext cx="5607050" cy="27851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1688" t="6606" r="37240" b="5124"/>
          <a:stretch>
            <a:fillRect/>
          </a:stretch>
        </p:blipFill>
        <p:spPr>
          <a:xfrm>
            <a:off x="3991610" y="963295"/>
            <a:ext cx="1894205" cy="4615815"/>
          </a:xfrm>
          <a:prstGeom prst="rect">
            <a:avLst/>
          </a:prstGeom>
        </p:spPr>
      </p:pic>
      <p:pic>
        <p:nvPicPr>
          <p:cNvPr id="4" name="图片 3" descr="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0000"/>
          </a:blip>
          <a:srcRect l="61510" r="7146" b="8561"/>
          <a:stretch>
            <a:fillRect/>
          </a:stretch>
        </p:blipFill>
        <p:spPr>
          <a:xfrm>
            <a:off x="5194935" y="1161415"/>
            <a:ext cx="1910715" cy="478155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68085" y="1663065"/>
            <a:ext cx="2133600" cy="45053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>
            <p:custDataLst>
              <p:tags r:id="rId7"/>
            </p:custDataLst>
          </p:nvPr>
        </p:nvCxnSpPr>
        <p:spPr>
          <a:xfrm flipH="1" flipV="1">
            <a:off x="4324350" y="5319395"/>
            <a:ext cx="2438400" cy="68453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 flipV="1">
            <a:off x="4332605" y="2273935"/>
            <a:ext cx="2396490" cy="68326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9"/>
            </p:custDataLst>
          </p:nvPr>
        </p:nvCxnSpPr>
        <p:spPr>
          <a:xfrm flipH="1" flipV="1">
            <a:off x="5711825" y="1010285"/>
            <a:ext cx="2422525" cy="65278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>
            <p:custDataLst>
              <p:tags r:id="rId10"/>
            </p:custDataLst>
          </p:nvPr>
        </p:nvCxnSpPr>
        <p:spPr>
          <a:xfrm flipH="1" flipV="1">
            <a:off x="5711825" y="4040505"/>
            <a:ext cx="2402840" cy="67437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DIAGRAM_VIRTUALLY_FRAME" val="{&quot;height&quot;:533.65,&quot;left&quot;:122.6,&quot;top&quot;:56.35,&quot;width&quot;:1140.8}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3936],&quot;65&quot;:[20205081]}"/>
</p:tagLst>
</file>

<file path=ppt/tags/tag22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3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4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5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6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7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8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29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2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1.xml><?xml version="1.0" encoding="utf-8"?>
<p:tagLst xmlns:p="http://schemas.openxmlformats.org/presentationml/2006/main">
  <p:tag name="resource_record_key" val="{&quot;10&quot;:[21573936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1521</Words>
  <Application>WPS 演示</Application>
  <PresentationFormat>宽屏</PresentationFormat>
  <Paragraphs>237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Nomi</dc:creator>
  <cp:lastModifiedBy>WPS_1689659819</cp:lastModifiedBy>
  <cp:revision>168</cp:revision>
  <dcterms:created xsi:type="dcterms:W3CDTF">2019-06-19T02:08:00Z</dcterms:created>
  <dcterms:modified xsi:type="dcterms:W3CDTF">2026-03-09T13:54:10Z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CFDC9FB09BF54F78BAD7948B7519548D_11</vt:lpwstr>
  </property>
</Properties>
</file>