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handoutMasterIdLst>
    <p:handoutMasterId r:id="rId42"/>
  </p:handoutMasterIdLst>
  <p:sldIdLst>
    <p:sldId id="256" r:id="rId3"/>
    <p:sldId id="257" r:id="rId4"/>
    <p:sldId id="258" r:id="rId5"/>
    <p:sldId id="260" r:id="rId6"/>
    <p:sldId id="264" r:id="rId7"/>
    <p:sldId id="262" r:id="rId8"/>
    <p:sldId id="261" r:id="rId9"/>
    <p:sldId id="259" r:id="rId10"/>
    <p:sldId id="263" r:id="rId11"/>
    <p:sldId id="265" r:id="rId12"/>
    <p:sldId id="266" r:id="rId13"/>
    <p:sldId id="271" r:id="rId14"/>
    <p:sldId id="268" r:id="rId15"/>
    <p:sldId id="269" r:id="rId16"/>
    <p:sldId id="267" r:id="rId17"/>
    <p:sldId id="270" r:id="rId18"/>
    <p:sldId id="272" r:id="rId19"/>
    <p:sldId id="273" r:id="rId20"/>
    <p:sldId id="287" r:id="rId21"/>
    <p:sldId id="274" r:id="rId22"/>
    <p:sldId id="275" r:id="rId23"/>
    <p:sldId id="278" r:id="rId24"/>
    <p:sldId id="279" r:id="rId25"/>
    <p:sldId id="276" r:id="rId26"/>
    <p:sldId id="277" r:id="rId27"/>
    <p:sldId id="280" r:id="rId28"/>
    <p:sldId id="281" r:id="rId29"/>
    <p:sldId id="282" r:id="rId30"/>
    <p:sldId id="285" r:id="rId31"/>
    <p:sldId id="286" r:id="rId32"/>
    <p:sldId id="284" r:id="rId33"/>
    <p:sldId id="288" r:id="rId34"/>
    <p:sldId id="289" r:id="rId36"/>
    <p:sldId id="293" r:id="rId37"/>
    <p:sldId id="283" r:id="rId38"/>
    <p:sldId id="290" r:id="rId39"/>
    <p:sldId id="291" r:id="rId40"/>
    <p:sldId id="292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6" userDrawn="1">
          <p15:clr>
            <a:srgbClr val="A4A3A4"/>
          </p15:clr>
        </p15:guide>
        <p15:guide id="2" pos="36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DBDB"/>
    <a:srgbClr val="325395"/>
    <a:srgbClr val="9DC3E6"/>
    <a:srgbClr val="FED2A6"/>
    <a:srgbClr val="F8CBAC"/>
    <a:srgbClr val="C65F10"/>
    <a:srgbClr val="1B7B3C"/>
    <a:srgbClr val="00B050"/>
    <a:srgbClr val="F8CDAC"/>
    <a:srgbClr val="BF6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76"/>
        <p:guide pos="369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64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image" Target="../media/image5.jpeg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image" Target="../media/image4.png"/><Relationship Id="rId38" Type="http://schemas.openxmlformats.org/officeDocument/2006/relationships/slideLayout" Target="../slideLayouts/slideLayout1.xml"/><Relationship Id="rId37" Type="http://schemas.openxmlformats.org/officeDocument/2006/relationships/tags" Target="../tags/tag89.xml"/><Relationship Id="rId36" Type="http://schemas.openxmlformats.org/officeDocument/2006/relationships/image" Target="../media/image12.png"/><Relationship Id="rId35" Type="http://schemas.openxmlformats.org/officeDocument/2006/relationships/tags" Target="../tags/tag88.xml"/><Relationship Id="rId34" Type="http://schemas.openxmlformats.org/officeDocument/2006/relationships/tags" Target="../tags/tag87.xml"/><Relationship Id="rId33" Type="http://schemas.openxmlformats.org/officeDocument/2006/relationships/image" Target="../media/image11.png"/><Relationship Id="rId32" Type="http://schemas.openxmlformats.org/officeDocument/2006/relationships/tags" Target="../tags/tag86.xml"/><Relationship Id="rId31" Type="http://schemas.openxmlformats.org/officeDocument/2006/relationships/image" Target="../media/image10.png"/><Relationship Id="rId30" Type="http://schemas.openxmlformats.org/officeDocument/2006/relationships/tags" Target="../tags/tag85.xml"/><Relationship Id="rId3" Type="http://schemas.openxmlformats.org/officeDocument/2006/relationships/image" Target="../media/image3.png"/><Relationship Id="rId29" Type="http://schemas.openxmlformats.org/officeDocument/2006/relationships/image" Target="../media/image9.png"/><Relationship Id="rId28" Type="http://schemas.openxmlformats.org/officeDocument/2006/relationships/tags" Target="../tags/tag84.xml"/><Relationship Id="rId27" Type="http://schemas.openxmlformats.org/officeDocument/2006/relationships/tags" Target="../tags/tag83.xml"/><Relationship Id="rId26" Type="http://schemas.openxmlformats.org/officeDocument/2006/relationships/tags" Target="../tags/tag82.xml"/><Relationship Id="rId25" Type="http://schemas.openxmlformats.org/officeDocument/2006/relationships/tags" Target="../tags/tag81.xml"/><Relationship Id="rId24" Type="http://schemas.openxmlformats.org/officeDocument/2006/relationships/tags" Target="../tags/tag80.xml"/><Relationship Id="rId23" Type="http://schemas.openxmlformats.org/officeDocument/2006/relationships/tags" Target="../tags/tag79.xml"/><Relationship Id="rId22" Type="http://schemas.openxmlformats.org/officeDocument/2006/relationships/tags" Target="../tags/tag78.xml"/><Relationship Id="rId21" Type="http://schemas.openxmlformats.org/officeDocument/2006/relationships/tags" Target="../tags/tag77.xml"/><Relationship Id="rId20" Type="http://schemas.openxmlformats.org/officeDocument/2006/relationships/tags" Target="../tags/tag76.xml"/><Relationship Id="rId2" Type="http://schemas.openxmlformats.org/officeDocument/2006/relationships/image" Target="../media/image2.png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image" Target="../media/image8.png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image" Target="../media/image7.jpeg"/><Relationship Id="rId11" Type="http://schemas.openxmlformats.org/officeDocument/2006/relationships/tags" Target="../tags/tag69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image" Target="../media/image5.jpeg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image" Target="../media/image4.png"/><Relationship Id="rId36" Type="http://schemas.openxmlformats.org/officeDocument/2006/relationships/slideLayout" Target="../slideLayouts/slideLayout1.xml"/><Relationship Id="rId35" Type="http://schemas.openxmlformats.org/officeDocument/2006/relationships/tags" Target="../tags/tag110.xml"/><Relationship Id="rId34" Type="http://schemas.openxmlformats.org/officeDocument/2006/relationships/image" Target="../media/image14.png"/><Relationship Id="rId33" Type="http://schemas.openxmlformats.org/officeDocument/2006/relationships/image" Target="../media/image12.png"/><Relationship Id="rId32" Type="http://schemas.openxmlformats.org/officeDocument/2006/relationships/tags" Target="../tags/tag109.xml"/><Relationship Id="rId31" Type="http://schemas.openxmlformats.org/officeDocument/2006/relationships/tags" Target="../tags/tag108.xml"/><Relationship Id="rId30" Type="http://schemas.openxmlformats.org/officeDocument/2006/relationships/image" Target="../media/image11.png"/><Relationship Id="rId3" Type="http://schemas.openxmlformats.org/officeDocument/2006/relationships/image" Target="../media/image3.png"/><Relationship Id="rId29" Type="http://schemas.openxmlformats.org/officeDocument/2006/relationships/tags" Target="../tags/tag107.xml"/><Relationship Id="rId28" Type="http://schemas.openxmlformats.org/officeDocument/2006/relationships/image" Target="../media/image10.png"/><Relationship Id="rId27" Type="http://schemas.openxmlformats.org/officeDocument/2006/relationships/tags" Target="../tags/tag106.xml"/><Relationship Id="rId26" Type="http://schemas.openxmlformats.org/officeDocument/2006/relationships/image" Target="../media/image9.png"/><Relationship Id="rId25" Type="http://schemas.openxmlformats.org/officeDocument/2006/relationships/tags" Target="../tags/tag105.xml"/><Relationship Id="rId24" Type="http://schemas.openxmlformats.org/officeDocument/2006/relationships/tags" Target="../tags/tag104.xml"/><Relationship Id="rId23" Type="http://schemas.openxmlformats.org/officeDocument/2006/relationships/tags" Target="../tags/tag103.xml"/><Relationship Id="rId22" Type="http://schemas.openxmlformats.org/officeDocument/2006/relationships/tags" Target="../tags/tag102.xml"/><Relationship Id="rId21" Type="http://schemas.openxmlformats.org/officeDocument/2006/relationships/tags" Target="../tags/tag101.xml"/><Relationship Id="rId20" Type="http://schemas.openxmlformats.org/officeDocument/2006/relationships/tags" Target="../tags/tag100.xml"/><Relationship Id="rId2" Type="http://schemas.openxmlformats.org/officeDocument/2006/relationships/image" Target="../media/image2.png"/><Relationship Id="rId19" Type="http://schemas.openxmlformats.org/officeDocument/2006/relationships/image" Target="../media/image13.png"/><Relationship Id="rId18" Type="http://schemas.openxmlformats.org/officeDocument/2006/relationships/tags" Target="../tags/tag99.xml"/><Relationship Id="rId17" Type="http://schemas.openxmlformats.org/officeDocument/2006/relationships/tags" Target="../tags/tag98.xml"/><Relationship Id="rId16" Type="http://schemas.openxmlformats.org/officeDocument/2006/relationships/image" Target="../media/image8.png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image" Target="../media/image7.jpeg"/><Relationship Id="rId11" Type="http://schemas.openxmlformats.org/officeDocument/2006/relationships/tags" Target="../tags/tag94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image" Target="../media/image5.jpeg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image" Target="../media/image4.png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31.xml"/><Relationship Id="rId33" Type="http://schemas.openxmlformats.org/officeDocument/2006/relationships/image" Target="../media/image14.png"/><Relationship Id="rId32" Type="http://schemas.openxmlformats.org/officeDocument/2006/relationships/image" Target="../media/image12.png"/><Relationship Id="rId31" Type="http://schemas.openxmlformats.org/officeDocument/2006/relationships/tags" Target="../tags/tag130.xml"/><Relationship Id="rId30" Type="http://schemas.openxmlformats.org/officeDocument/2006/relationships/tags" Target="../tags/tag129.xml"/><Relationship Id="rId3" Type="http://schemas.openxmlformats.org/officeDocument/2006/relationships/image" Target="../media/image3.png"/><Relationship Id="rId29" Type="http://schemas.openxmlformats.org/officeDocument/2006/relationships/image" Target="../media/image11.png"/><Relationship Id="rId28" Type="http://schemas.openxmlformats.org/officeDocument/2006/relationships/tags" Target="../tags/tag128.xml"/><Relationship Id="rId27" Type="http://schemas.openxmlformats.org/officeDocument/2006/relationships/image" Target="../media/image10.png"/><Relationship Id="rId26" Type="http://schemas.openxmlformats.org/officeDocument/2006/relationships/tags" Target="../tags/tag127.xml"/><Relationship Id="rId25" Type="http://schemas.openxmlformats.org/officeDocument/2006/relationships/image" Target="../media/image9.png"/><Relationship Id="rId24" Type="http://schemas.openxmlformats.org/officeDocument/2006/relationships/tags" Target="../tags/tag126.xml"/><Relationship Id="rId23" Type="http://schemas.openxmlformats.org/officeDocument/2006/relationships/tags" Target="../tags/tag125.xml"/><Relationship Id="rId22" Type="http://schemas.openxmlformats.org/officeDocument/2006/relationships/tags" Target="../tags/tag124.xml"/><Relationship Id="rId21" Type="http://schemas.openxmlformats.org/officeDocument/2006/relationships/tags" Target="../tags/tag123.xml"/><Relationship Id="rId20" Type="http://schemas.openxmlformats.org/officeDocument/2006/relationships/tags" Target="../tags/tag122.xml"/><Relationship Id="rId2" Type="http://schemas.openxmlformats.org/officeDocument/2006/relationships/image" Target="../media/image2.png"/><Relationship Id="rId19" Type="http://schemas.openxmlformats.org/officeDocument/2006/relationships/tags" Target="../tags/tag121.xml"/><Relationship Id="rId18" Type="http://schemas.openxmlformats.org/officeDocument/2006/relationships/image" Target="../media/image13.png"/><Relationship Id="rId17" Type="http://schemas.openxmlformats.org/officeDocument/2006/relationships/tags" Target="../tags/tag120.xml"/><Relationship Id="rId16" Type="http://schemas.openxmlformats.org/officeDocument/2006/relationships/tags" Target="../tags/tag119.xml"/><Relationship Id="rId15" Type="http://schemas.openxmlformats.org/officeDocument/2006/relationships/image" Target="../media/image8.png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image" Target="../media/image7.jpeg"/><Relationship Id="rId11" Type="http://schemas.openxmlformats.org/officeDocument/2006/relationships/tags" Target="../tags/tag116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image" Target="../media/image5.jpeg"/><Relationship Id="rId7" Type="http://schemas.openxmlformats.org/officeDocument/2006/relationships/tags" Target="../tags/tag134.xml"/><Relationship Id="rId6" Type="http://schemas.openxmlformats.org/officeDocument/2006/relationships/tags" Target="../tags/tag133.xml"/><Relationship Id="rId5" Type="http://schemas.openxmlformats.org/officeDocument/2006/relationships/tags" Target="../tags/tag132.xml"/><Relationship Id="rId4" Type="http://schemas.openxmlformats.org/officeDocument/2006/relationships/image" Target="../media/image4.png"/><Relationship Id="rId35" Type="http://schemas.openxmlformats.org/officeDocument/2006/relationships/slideLayout" Target="../slideLayouts/slideLayout1.xml"/><Relationship Id="rId34" Type="http://schemas.openxmlformats.org/officeDocument/2006/relationships/tags" Target="../tags/tag152.xml"/><Relationship Id="rId33" Type="http://schemas.openxmlformats.org/officeDocument/2006/relationships/image" Target="../media/image12.png"/><Relationship Id="rId32" Type="http://schemas.openxmlformats.org/officeDocument/2006/relationships/tags" Target="../tags/tag151.xml"/><Relationship Id="rId31" Type="http://schemas.openxmlformats.org/officeDocument/2006/relationships/tags" Target="../tags/tag150.xml"/><Relationship Id="rId30" Type="http://schemas.openxmlformats.org/officeDocument/2006/relationships/image" Target="../media/image11.png"/><Relationship Id="rId3" Type="http://schemas.openxmlformats.org/officeDocument/2006/relationships/image" Target="../media/image3.png"/><Relationship Id="rId29" Type="http://schemas.openxmlformats.org/officeDocument/2006/relationships/tags" Target="../tags/tag149.xml"/><Relationship Id="rId28" Type="http://schemas.openxmlformats.org/officeDocument/2006/relationships/image" Target="../media/image10.png"/><Relationship Id="rId27" Type="http://schemas.openxmlformats.org/officeDocument/2006/relationships/tags" Target="../tags/tag148.xml"/><Relationship Id="rId26" Type="http://schemas.openxmlformats.org/officeDocument/2006/relationships/image" Target="../media/image9.png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image" Target="../media/image2.png"/><Relationship Id="rId19" Type="http://schemas.openxmlformats.org/officeDocument/2006/relationships/image" Target="../media/image13.png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image" Target="../media/image8.png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image" Target="../media/image7.jpeg"/><Relationship Id="rId11" Type="http://schemas.openxmlformats.org/officeDocument/2006/relationships/tags" Target="../tags/tag136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image" Target="../media/image12.png"/><Relationship Id="rId7" Type="http://schemas.openxmlformats.org/officeDocument/2006/relationships/image" Target="../media/image15.png"/><Relationship Id="rId6" Type="http://schemas.openxmlformats.org/officeDocument/2006/relationships/tags" Target="../tags/tag153.xml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image" Target="../media/image5.jpeg"/><Relationship Id="rId7" Type="http://schemas.openxmlformats.org/officeDocument/2006/relationships/tags" Target="../tags/tag157.xml"/><Relationship Id="rId6" Type="http://schemas.openxmlformats.org/officeDocument/2006/relationships/tags" Target="../tags/tag156.xml"/><Relationship Id="rId5" Type="http://schemas.openxmlformats.org/officeDocument/2006/relationships/tags" Target="../tags/tag155.xml"/><Relationship Id="rId4" Type="http://schemas.openxmlformats.org/officeDocument/2006/relationships/image" Target="../media/image4.png"/><Relationship Id="rId39" Type="http://schemas.openxmlformats.org/officeDocument/2006/relationships/slideLayout" Target="../slideLayouts/slideLayout1.xml"/><Relationship Id="rId38" Type="http://schemas.openxmlformats.org/officeDocument/2006/relationships/tags" Target="../tags/tag175.xml"/><Relationship Id="rId37" Type="http://schemas.openxmlformats.org/officeDocument/2006/relationships/image" Target="../media/image19.png"/><Relationship Id="rId36" Type="http://schemas.openxmlformats.org/officeDocument/2006/relationships/image" Target="../media/image18.png"/><Relationship Id="rId35" Type="http://schemas.openxmlformats.org/officeDocument/2006/relationships/image" Target="../media/image17.png"/><Relationship Id="rId34" Type="http://schemas.openxmlformats.org/officeDocument/2006/relationships/image" Target="../media/image12.png"/><Relationship Id="rId33" Type="http://schemas.openxmlformats.org/officeDocument/2006/relationships/tags" Target="../tags/tag174.xml"/><Relationship Id="rId32" Type="http://schemas.openxmlformats.org/officeDocument/2006/relationships/tags" Target="../tags/tag173.xml"/><Relationship Id="rId31" Type="http://schemas.openxmlformats.org/officeDocument/2006/relationships/image" Target="../media/image11.png"/><Relationship Id="rId30" Type="http://schemas.openxmlformats.org/officeDocument/2006/relationships/tags" Target="../tags/tag172.xml"/><Relationship Id="rId3" Type="http://schemas.openxmlformats.org/officeDocument/2006/relationships/image" Target="../media/image3.png"/><Relationship Id="rId29" Type="http://schemas.openxmlformats.org/officeDocument/2006/relationships/image" Target="../media/image10.png"/><Relationship Id="rId28" Type="http://schemas.openxmlformats.org/officeDocument/2006/relationships/tags" Target="../tags/tag171.xml"/><Relationship Id="rId27" Type="http://schemas.openxmlformats.org/officeDocument/2006/relationships/image" Target="../media/image9.png"/><Relationship Id="rId26" Type="http://schemas.openxmlformats.org/officeDocument/2006/relationships/tags" Target="../tags/tag170.xml"/><Relationship Id="rId25" Type="http://schemas.openxmlformats.org/officeDocument/2006/relationships/tags" Target="../tags/tag169.xml"/><Relationship Id="rId24" Type="http://schemas.openxmlformats.org/officeDocument/2006/relationships/tags" Target="../tags/tag168.xml"/><Relationship Id="rId23" Type="http://schemas.openxmlformats.org/officeDocument/2006/relationships/tags" Target="../tags/tag167.xml"/><Relationship Id="rId22" Type="http://schemas.openxmlformats.org/officeDocument/2006/relationships/tags" Target="../tags/tag166.xml"/><Relationship Id="rId21" Type="http://schemas.openxmlformats.org/officeDocument/2006/relationships/image" Target="../media/image16.png"/><Relationship Id="rId20" Type="http://schemas.openxmlformats.org/officeDocument/2006/relationships/tags" Target="../tags/tag165.xml"/><Relationship Id="rId2" Type="http://schemas.openxmlformats.org/officeDocument/2006/relationships/image" Target="../media/image2.png"/><Relationship Id="rId19" Type="http://schemas.openxmlformats.org/officeDocument/2006/relationships/tags" Target="../tags/tag164.xml"/><Relationship Id="rId18" Type="http://schemas.openxmlformats.org/officeDocument/2006/relationships/image" Target="../media/image13.png"/><Relationship Id="rId17" Type="http://schemas.openxmlformats.org/officeDocument/2006/relationships/tags" Target="../tags/tag163.xml"/><Relationship Id="rId16" Type="http://schemas.openxmlformats.org/officeDocument/2006/relationships/image" Target="../media/image8.png"/><Relationship Id="rId15" Type="http://schemas.openxmlformats.org/officeDocument/2006/relationships/tags" Target="../tags/tag162.xml"/><Relationship Id="rId14" Type="http://schemas.openxmlformats.org/officeDocument/2006/relationships/tags" Target="../tags/tag161.xml"/><Relationship Id="rId13" Type="http://schemas.openxmlformats.org/officeDocument/2006/relationships/tags" Target="../tags/tag160.xml"/><Relationship Id="rId12" Type="http://schemas.openxmlformats.org/officeDocument/2006/relationships/image" Target="../media/image7.jpeg"/><Relationship Id="rId11" Type="http://schemas.openxmlformats.org/officeDocument/2006/relationships/tags" Target="../tags/tag159.xml"/><Relationship Id="rId10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190.xml"/><Relationship Id="rId31" Type="http://schemas.openxmlformats.org/officeDocument/2006/relationships/tags" Target="../tags/tag189.xml"/><Relationship Id="rId30" Type="http://schemas.openxmlformats.org/officeDocument/2006/relationships/image" Target="../media/image25.png"/><Relationship Id="rId3" Type="http://schemas.openxmlformats.org/officeDocument/2006/relationships/image" Target="../media/image1.png"/><Relationship Id="rId29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jpeg"/><Relationship Id="rId26" Type="http://schemas.openxmlformats.org/officeDocument/2006/relationships/image" Target="../media/image19.png"/><Relationship Id="rId25" Type="http://schemas.openxmlformats.org/officeDocument/2006/relationships/image" Target="../media/image18.png"/><Relationship Id="rId24" Type="http://schemas.openxmlformats.org/officeDocument/2006/relationships/image" Target="../media/image17.png"/><Relationship Id="rId23" Type="http://schemas.openxmlformats.org/officeDocument/2006/relationships/image" Target="../media/image12.png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image" Target="../media/image21.jpeg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image" Target="../media/image16.png"/><Relationship Id="rId16" Type="http://schemas.openxmlformats.org/officeDocument/2006/relationships/tags" Target="../tags/tag183.xml"/><Relationship Id="rId15" Type="http://schemas.openxmlformats.org/officeDocument/2006/relationships/tags" Target="../tags/tag182.xml"/><Relationship Id="rId14" Type="http://schemas.openxmlformats.org/officeDocument/2006/relationships/image" Target="../media/image13.png"/><Relationship Id="rId13" Type="http://schemas.openxmlformats.org/officeDocument/2006/relationships/tags" Target="../tags/tag181.xml"/><Relationship Id="rId12" Type="http://schemas.openxmlformats.org/officeDocument/2006/relationships/image" Target="../media/image8.png"/><Relationship Id="rId11" Type="http://schemas.openxmlformats.org/officeDocument/2006/relationships/tags" Target="../tags/tag180.xml"/><Relationship Id="rId10" Type="http://schemas.openxmlformats.org/officeDocument/2006/relationships/tags" Target="../tags/tag179.xml"/><Relationship Id="rId1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3" Type="http://schemas.openxmlformats.org/officeDocument/2006/relationships/slideLayout" Target="../slideLayouts/slideLayout1.xml"/><Relationship Id="rId32" Type="http://schemas.openxmlformats.org/officeDocument/2006/relationships/tags" Target="../tags/tag205.xml"/><Relationship Id="rId31" Type="http://schemas.openxmlformats.org/officeDocument/2006/relationships/tags" Target="../tags/tag204.xml"/><Relationship Id="rId30" Type="http://schemas.openxmlformats.org/officeDocument/2006/relationships/image" Target="../media/image25.png"/><Relationship Id="rId3" Type="http://schemas.openxmlformats.org/officeDocument/2006/relationships/image" Target="../media/image1.png"/><Relationship Id="rId29" Type="http://schemas.openxmlformats.org/officeDocument/2006/relationships/image" Target="../media/image24.png"/><Relationship Id="rId28" Type="http://schemas.openxmlformats.org/officeDocument/2006/relationships/image" Target="../media/image23.png"/><Relationship Id="rId27" Type="http://schemas.openxmlformats.org/officeDocument/2006/relationships/image" Target="../media/image22.jpeg"/><Relationship Id="rId26" Type="http://schemas.openxmlformats.org/officeDocument/2006/relationships/image" Target="../media/image19.png"/><Relationship Id="rId25" Type="http://schemas.openxmlformats.org/officeDocument/2006/relationships/image" Target="../media/image18.png"/><Relationship Id="rId24" Type="http://schemas.openxmlformats.org/officeDocument/2006/relationships/image" Target="../media/image17.png"/><Relationship Id="rId23" Type="http://schemas.openxmlformats.org/officeDocument/2006/relationships/image" Target="../media/image12.png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openxmlformats.org/officeDocument/2006/relationships/image" Target="../media/image21.jpeg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image" Target="../media/image16.png"/><Relationship Id="rId16" Type="http://schemas.openxmlformats.org/officeDocument/2006/relationships/tags" Target="../tags/tag198.xml"/><Relationship Id="rId15" Type="http://schemas.openxmlformats.org/officeDocument/2006/relationships/tags" Target="../tags/tag197.xml"/><Relationship Id="rId14" Type="http://schemas.openxmlformats.org/officeDocument/2006/relationships/image" Target="../media/image13.png"/><Relationship Id="rId13" Type="http://schemas.openxmlformats.org/officeDocument/2006/relationships/tags" Target="../tags/tag196.xml"/><Relationship Id="rId12" Type="http://schemas.openxmlformats.org/officeDocument/2006/relationships/image" Target="../media/image8.png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9" Type="http://schemas.openxmlformats.org/officeDocument/2006/relationships/tags" Target="../tags/tag220.xml"/><Relationship Id="rId38" Type="http://schemas.openxmlformats.org/officeDocument/2006/relationships/image" Target="../media/image32.png"/><Relationship Id="rId37" Type="http://schemas.openxmlformats.org/officeDocument/2006/relationships/image" Target="../media/image31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219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18.xml"/><Relationship Id="rId25" Type="http://schemas.openxmlformats.org/officeDocument/2006/relationships/tags" Target="../tags/tag217.xml"/><Relationship Id="rId24" Type="http://schemas.openxmlformats.org/officeDocument/2006/relationships/tags" Target="../tags/tag216.xml"/><Relationship Id="rId23" Type="http://schemas.openxmlformats.org/officeDocument/2006/relationships/tags" Target="../tags/tag215.xml"/><Relationship Id="rId22" Type="http://schemas.openxmlformats.org/officeDocument/2006/relationships/tags" Target="../tags/tag214.xml"/><Relationship Id="rId21" Type="http://schemas.openxmlformats.org/officeDocument/2006/relationships/image" Target="../media/image16.png"/><Relationship Id="rId20" Type="http://schemas.openxmlformats.org/officeDocument/2006/relationships/tags" Target="../tags/tag213.xml"/><Relationship Id="rId2" Type="http://schemas.openxmlformats.org/officeDocument/2006/relationships/image" Target="../media/image27.png"/><Relationship Id="rId19" Type="http://schemas.openxmlformats.org/officeDocument/2006/relationships/tags" Target="../tags/tag212.xml"/><Relationship Id="rId18" Type="http://schemas.openxmlformats.org/officeDocument/2006/relationships/image" Target="../media/image13.png"/><Relationship Id="rId17" Type="http://schemas.openxmlformats.org/officeDocument/2006/relationships/tags" Target="../tags/tag211.xml"/><Relationship Id="rId16" Type="http://schemas.openxmlformats.org/officeDocument/2006/relationships/tags" Target="../tags/tag210.xml"/><Relationship Id="rId15" Type="http://schemas.openxmlformats.org/officeDocument/2006/relationships/tags" Target="../tags/tag209.xml"/><Relationship Id="rId14" Type="http://schemas.openxmlformats.org/officeDocument/2006/relationships/tags" Target="../tags/tag208.xml"/><Relationship Id="rId13" Type="http://schemas.openxmlformats.org/officeDocument/2006/relationships/tags" Target="../tags/tag207.xml"/><Relationship Id="rId12" Type="http://schemas.openxmlformats.org/officeDocument/2006/relationships/tags" Target="../tags/tag206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9" Type="http://schemas.openxmlformats.org/officeDocument/2006/relationships/tags" Target="../tags/tag235.xml"/><Relationship Id="rId38" Type="http://schemas.openxmlformats.org/officeDocument/2006/relationships/image" Target="../media/image32.png"/><Relationship Id="rId37" Type="http://schemas.openxmlformats.org/officeDocument/2006/relationships/image" Target="../media/image31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234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tags" Target="../tags/tag231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image" Target="../media/image16.png"/><Relationship Id="rId20" Type="http://schemas.openxmlformats.org/officeDocument/2006/relationships/tags" Target="../tags/tag228.xml"/><Relationship Id="rId2" Type="http://schemas.openxmlformats.org/officeDocument/2006/relationships/image" Target="../media/image27.png"/><Relationship Id="rId19" Type="http://schemas.openxmlformats.org/officeDocument/2006/relationships/tags" Target="../tags/tag227.xml"/><Relationship Id="rId18" Type="http://schemas.openxmlformats.org/officeDocument/2006/relationships/image" Target="../media/image13.png"/><Relationship Id="rId17" Type="http://schemas.openxmlformats.org/officeDocument/2006/relationships/tags" Target="../tags/tag226.xml"/><Relationship Id="rId16" Type="http://schemas.openxmlformats.org/officeDocument/2006/relationships/tags" Target="../tags/tag225.xml"/><Relationship Id="rId15" Type="http://schemas.openxmlformats.org/officeDocument/2006/relationships/tags" Target="../tags/tag224.xml"/><Relationship Id="rId14" Type="http://schemas.openxmlformats.org/officeDocument/2006/relationships/tags" Target="../tags/tag223.xml"/><Relationship Id="rId13" Type="http://schemas.openxmlformats.org/officeDocument/2006/relationships/tags" Target="../tags/tag222.xml"/><Relationship Id="rId12" Type="http://schemas.openxmlformats.org/officeDocument/2006/relationships/tags" Target="../tags/tag221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6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image" Target="../media/image33.png"/><Relationship Id="rId7" Type="http://schemas.openxmlformats.org/officeDocument/2006/relationships/image" Target="../media/image19.png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0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9" Type="http://schemas.openxmlformats.org/officeDocument/2006/relationships/tags" Target="../tags/tag252.xml"/><Relationship Id="rId38" Type="http://schemas.openxmlformats.org/officeDocument/2006/relationships/image" Target="../media/image32.png"/><Relationship Id="rId37" Type="http://schemas.openxmlformats.org/officeDocument/2006/relationships/image" Target="../media/image34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251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50.xml"/><Relationship Id="rId25" Type="http://schemas.openxmlformats.org/officeDocument/2006/relationships/tags" Target="../tags/tag249.xml"/><Relationship Id="rId24" Type="http://schemas.openxmlformats.org/officeDocument/2006/relationships/tags" Target="../tags/tag248.xml"/><Relationship Id="rId23" Type="http://schemas.openxmlformats.org/officeDocument/2006/relationships/tags" Target="../tags/tag247.xml"/><Relationship Id="rId22" Type="http://schemas.openxmlformats.org/officeDocument/2006/relationships/tags" Target="../tags/tag246.xml"/><Relationship Id="rId21" Type="http://schemas.openxmlformats.org/officeDocument/2006/relationships/image" Target="../media/image16.png"/><Relationship Id="rId20" Type="http://schemas.openxmlformats.org/officeDocument/2006/relationships/tags" Target="../tags/tag245.xml"/><Relationship Id="rId2" Type="http://schemas.openxmlformats.org/officeDocument/2006/relationships/image" Target="../media/image27.png"/><Relationship Id="rId19" Type="http://schemas.openxmlformats.org/officeDocument/2006/relationships/tags" Target="../tags/tag244.xml"/><Relationship Id="rId18" Type="http://schemas.openxmlformats.org/officeDocument/2006/relationships/image" Target="../media/image13.png"/><Relationship Id="rId17" Type="http://schemas.openxmlformats.org/officeDocument/2006/relationships/tags" Target="../tags/tag243.xml"/><Relationship Id="rId16" Type="http://schemas.openxmlformats.org/officeDocument/2006/relationships/tags" Target="../tags/tag242.xml"/><Relationship Id="rId15" Type="http://schemas.openxmlformats.org/officeDocument/2006/relationships/tags" Target="../tags/tag241.xml"/><Relationship Id="rId14" Type="http://schemas.openxmlformats.org/officeDocument/2006/relationships/tags" Target="../tags/tag240.xml"/><Relationship Id="rId13" Type="http://schemas.openxmlformats.org/officeDocument/2006/relationships/tags" Target="../tags/tag239.xml"/><Relationship Id="rId12" Type="http://schemas.openxmlformats.org/officeDocument/2006/relationships/tags" Target="../tags/tag238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9" Type="http://schemas.openxmlformats.org/officeDocument/2006/relationships/slideLayout" Target="../slideLayouts/slideLayout1.xml"/><Relationship Id="rId48" Type="http://schemas.openxmlformats.org/officeDocument/2006/relationships/tags" Target="../tags/tag267.xml"/><Relationship Id="rId47" Type="http://schemas.openxmlformats.org/officeDocument/2006/relationships/image" Target="../media/image43.png"/><Relationship Id="rId46" Type="http://schemas.openxmlformats.org/officeDocument/2006/relationships/image" Target="../media/image42.png"/><Relationship Id="rId45" Type="http://schemas.openxmlformats.org/officeDocument/2006/relationships/image" Target="../media/image41.png"/><Relationship Id="rId44" Type="http://schemas.openxmlformats.org/officeDocument/2006/relationships/image" Target="../media/image40.png"/><Relationship Id="rId43" Type="http://schemas.openxmlformats.org/officeDocument/2006/relationships/image" Target="../media/image32.png"/><Relationship Id="rId42" Type="http://schemas.openxmlformats.org/officeDocument/2006/relationships/image" Target="../media/image39.png"/><Relationship Id="rId41" Type="http://schemas.openxmlformats.org/officeDocument/2006/relationships/image" Target="../media/image38.png"/><Relationship Id="rId40" Type="http://schemas.openxmlformats.org/officeDocument/2006/relationships/image" Target="../media/image37.png"/><Relationship Id="rId4" Type="http://schemas.openxmlformats.org/officeDocument/2006/relationships/image" Target="../media/image2.png"/><Relationship Id="rId39" Type="http://schemas.openxmlformats.org/officeDocument/2006/relationships/image" Target="../media/image36.png"/><Relationship Id="rId38" Type="http://schemas.openxmlformats.org/officeDocument/2006/relationships/image" Target="../media/image35.png"/><Relationship Id="rId37" Type="http://schemas.openxmlformats.org/officeDocument/2006/relationships/image" Target="../media/image34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266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65.xml"/><Relationship Id="rId25" Type="http://schemas.openxmlformats.org/officeDocument/2006/relationships/tags" Target="../tags/tag264.xml"/><Relationship Id="rId24" Type="http://schemas.openxmlformats.org/officeDocument/2006/relationships/tags" Target="../tags/tag263.xml"/><Relationship Id="rId23" Type="http://schemas.openxmlformats.org/officeDocument/2006/relationships/tags" Target="../tags/tag262.xml"/><Relationship Id="rId22" Type="http://schemas.openxmlformats.org/officeDocument/2006/relationships/tags" Target="../tags/tag261.xml"/><Relationship Id="rId21" Type="http://schemas.openxmlformats.org/officeDocument/2006/relationships/image" Target="../media/image16.png"/><Relationship Id="rId20" Type="http://schemas.openxmlformats.org/officeDocument/2006/relationships/tags" Target="../tags/tag260.xml"/><Relationship Id="rId2" Type="http://schemas.openxmlformats.org/officeDocument/2006/relationships/image" Target="../media/image27.png"/><Relationship Id="rId19" Type="http://schemas.openxmlformats.org/officeDocument/2006/relationships/tags" Target="../tags/tag259.xml"/><Relationship Id="rId18" Type="http://schemas.openxmlformats.org/officeDocument/2006/relationships/image" Target="../media/image13.png"/><Relationship Id="rId17" Type="http://schemas.openxmlformats.org/officeDocument/2006/relationships/tags" Target="../tags/tag258.xml"/><Relationship Id="rId16" Type="http://schemas.openxmlformats.org/officeDocument/2006/relationships/tags" Target="../tags/tag257.xml"/><Relationship Id="rId15" Type="http://schemas.openxmlformats.org/officeDocument/2006/relationships/tags" Target="../tags/tag256.xml"/><Relationship Id="rId14" Type="http://schemas.openxmlformats.org/officeDocument/2006/relationships/tags" Target="../tags/tag255.xml"/><Relationship Id="rId13" Type="http://schemas.openxmlformats.org/officeDocument/2006/relationships/tags" Target="../tags/tag254.xml"/><Relationship Id="rId12" Type="http://schemas.openxmlformats.org/officeDocument/2006/relationships/tags" Target="../tags/tag253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68.xml"/><Relationship Id="rId10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png"/><Relationship Id="rId7" Type="http://schemas.openxmlformats.org/officeDocument/2006/relationships/image" Target="../media/image54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53.png"/><Relationship Id="rId2" Type="http://schemas.openxmlformats.org/officeDocument/2006/relationships/image" Target="../media/image44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269.xml"/><Relationship Id="rId10" Type="http://schemas.openxmlformats.org/officeDocument/2006/relationships/image" Target="../media/image52.png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0.xml"/><Relationship Id="rId2" Type="http://schemas.openxmlformats.org/officeDocument/2006/relationships/image" Target="../media/image57.png"/><Relationship Id="rId1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4" Type="http://schemas.openxmlformats.org/officeDocument/2006/relationships/slideLayout" Target="../slideLayouts/slideLayout1.xml"/><Relationship Id="rId53" Type="http://schemas.openxmlformats.org/officeDocument/2006/relationships/tags" Target="../tags/tag285.xml"/><Relationship Id="rId52" Type="http://schemas.openxmlformats.org/officeDocument/2006/relationships/image" Target="../media/image28.png"/><Relationship Id="rId51" Type="http://schemas.openxmlformats.org/officeDocument/2006/relationships/image" Target="../media/image64.png"/><Relationship Id="rId50" Type="http://schemas.openxmlformats.org/officeDocument/2006/relationships/image" Target="../media/image63.png"/><Relationship Id="rId5" Type="http://schemas.openxmlformats.org/officeDocument/2006/relationships/image" Target="../media/image3.png"/><Relationship Id="rId49" Type="http://schemas.openxmlformats.org/officeDocument/2006/relationships/image" Target="../media/image62.png"/><Relationship Id="rId48" Type="http://schemas.openxmlformats.org/officeDocument/2006/relationships/image" Target="../media/image61.png"/><Relationship Id="rId47" Type="http://schemas.openxmlformats.org/officeDocument/2006/relationships/image" Target="../media/image60.png"/><Relationship Id="rId46" Type="http://schemas.openxmlformats.org/officeDocument/2006/relationships/image" Target="../media/image59.png"/><Relationship Id="rId45" Type="http://schemas.openxmlformats.org/officeDocument/2006/relationships/image" Target="../media/image37.png"/><Relationship Id="rId44" Type="http://schemas.openxmlformats.org/officeDocument/2006/relationships/image" Target="../media/image43.png"/><Relationship Id="rId43" Type="http://schemas.openxmlformats.org/officeDocument/2006/relationships/image" Target="../media/image42.png"/><Relationship Id="rId42" Type="http://schemas.openxmlformats.org/officeDocument/2006/relationships/image" Target="../media/image41.png"/><Relationship Id="rId41" Type="http://schemas.openxmlformats.org/officeDocument/2006/relationships/image" Target="../media/image40.png"/><Relationship Id="rId40" Type="http://schemas.openxmlformats.org/officeDocument/2006/relationships/image" Target="../media/image32.png"/><Relationship Id="rId4" Type="http://schemas.openxmlformats.org/officeDocument/2006/relationships/image" Target="../media/image2.png"/><Relationship Id="rId39" Type="http://schemas.openxmlformats.org/officeDocument/2006/relationships/image" Target="../media/image39.png"/><Relationship Id="rId38" Type="http://schemas.openxmlformats.org/officeDocument/2006/relationships/image" Target="../media/image58.png"/><Relationship Id="rId37" Type="http://schemas.openxmlformats.org/officeDocument/2006/relationships/image" Target="../media/image36.png"/><Relationship Id="rId36" Type="http://schemas.openxmlformats.org/officeDocument/2006/relationships/image" Target="../media/image35.png"/><Relationship Id="rId35" Type="http://schemas.openxmlformats.org/officeDocument/2006/relationships/image" Target="../media/image30.png"/><Relationship Id="rId34" Type="http://schemas.openxmlformats.org/officeDocument/2006/relationships/image" Target="../media/image29.png"/><Relationship Id="rId33" Type="http://schemas.openxmlformats.org/officeDocument/2006/relationships/tags" Target="../tags/tag284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83.xml"/><Relationship Id="rId25" Type="http://schemas.openxmlformats.org/officeDocument/2006/relationships/tags" Target="../tags/tag282.xml"/><Relationship Id="rId24" Type="http://schemas.openxmlformats.org/officeDocument/2006/relationships/tags" Target="../tags/tag281.xml"/><Relationship Id="rId23" Type="http://schemas.openxmlformats.org/officeDocument/2006/relationships/tags" Target="../tags/tag280.xml"/><Relationship Id="rId22" Type="http://schemas.openxmlformats.org/officeDocument/2006/relationships/tags" Target="../tags/tag279.xml"/><Relationship Id="rId21" Type="http://schemas.openxmlformats.org/officeDocument/2006/relationships/image" Target="../media/image16.png"/><Relationship Id="rId20" Type="http://schemas.openxmlformats.org/officeDocument/2006/relationships/tags" Target="../tags/tag278.xml"/><Relationship Id="rId2" Type="http://schemas.openxmlformats.org/officeDocument/2006/relationships/image" Target="../media/image27.png"/><Relationship Id="rId19" Type="http://schemas.openxmlformats.org/officeDocument/2006/relationships/tags" Target="../tags/tag277.xml"/><Relationship Id="rId18" Type="http://schemas.openxmlformats.org/officeDocument/2006/relationships/image" Target="../media/image13.png"/><Relationship Id="rId17" Type="http://schemas.openxmlformats.org/officeDocument/2006/relationships/tags" Target="../tags/tag276.xml"/><Relationship Id="rId16" Type="http://schemas.openxmlformats.org/officeDocument/2006/relationships/tags" Target="../tags/tag275.xml"/><Relationship Id="rId15" Type="http://schemas.openxmlformats.org/officeDocument/2006/relationships/tags" Target="../tags/tag274.xml"/><Relationship Id="rId14" Type="http://schemas.openxmlformats.org/officeDocument/2006/relationships/tags" Target="../tags/tag273.xml"/><Relationship Id="rId13" Type="http://schemas.openxmlformats.org/officeDocument/2006/relationships/tags" Target="../tags/tag272.xml"/><Relationship Id="rId12" Type="http://schemas.openxmlformats.org/officeDocument/2006/relationships/tags" Target="../tags/tag271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5" Type="http://schemas.openxmlformats.org/officeDocument/2006/relationships/slideLayout" Target="../slideLayouts/slideLayout1.xml"/><Relationship Id="rId54" Type="http://schemas.openxmlformats.org/officeDocument/2006/relationships/tags" Target="../tags/tag300.xml"/><Relationship Id="rId53" Type="http://schemas.openxmlformats.org/officeDocument/2006/relationships/image" Target="../media/image66.png"/><Relationship Id="rId52" Type="http://schemas.openxmlformats.org/officeDocument/2006/relationships/image" Target="../media/image64.png"/><Relationship Id="rId51" Type="http://schemas.openxmlformats.org/officeDocument/2006/relationships/image" Target="../media/image63.png"/><Relationship Id="rId50" Type="http://schemas.openxmlformats.org/officeDocument/2006/relationships/image" Target="../media/image62.png"/><Relationship Id="rId5" Type="http://schemas.openxmlformats.org/officeDocument/2006/relationships/image" Target="../media/image3.png"/><Relationship Id="rId49" Type="http://schemas.openxmlformats.org/officeDocument/2006/relationships/image" Target="../media/image61.png"/><Relationship Id="rId48" Type="http://schemas.openxmlformats.org/officeDocument/2006/relationships/image" Target="../media/image60.png"/><Relationship Id="rId47" Type="http://schemas.openxmlformats.org/officeDocument/2006/relationships/image" Target="../media/image59.png"/><Relationship Id="rId46" Type="http://schemas.openxmlformats.org/officeDocument/2006/relationships/image" Target="../media/image37.png"/><Relationship Id="rId45" Type="http://schemas.openxmlformats.org/officeDocument/2006/relationships/image" Target="../media/image43.png"/><Relationship Id="rId44" Type="http://schemas.openxmlformats.org/officeDocument/2006/relationships/image" Target="../media/image42.png"/><Relationship Id="rId43" Type="http://schemas.openxmlformats.org/officeDocument/2006/relationships/image" Target="../media/image41.png"/><Relationship Id="rId42" Type="http://schemas.openxmlformats.org/officeDocument/2006/relationships/image" Target="../media/image40.png"/><Relationship Id="rId41" Type="http://schemas.openxmlformats.org/officeDocument/2006/relationships/image" Target="../media/image32.png"/><Relationship Id="rId40" Type="http://schemas.openxmlformats.org/officeDocument/2006/relationships/image" Target="../media/image39.png"/><Relationship Id="rId4" Type="http://schemas.openxmlformats.org/officeDocument/2006/relationships/image" Target="../media/image2.png"/><Relationship Id="rId39" Type="http://schemas.openxmlformats.org/officeDocument/2006/relationships/image" Target="../media/image65.png"/><Relationship Id="rId38" Type="http://schemas.openxmlformats.org/officeDocument/2006/relationships/image" Target="../media/image36.png"/><Relationship Id="rId37" Type="http://schemas.openxmlformats.org/officeDocument/2006/relationships/image" Target="../media/image35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299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298.xml"/><Relationship Id="rId25" Type="http://schemas.openxmlformats.org/officeDocument/2006/relationships/tags" Target="../tags/tag297.xml"/><Relationship Id="rId24" Type="http://schemas.openxmlformats.org/officeDocument/2006/relationships/tags" Target="../tags/tag296.xml"/><Relationship Id="rId23" Type="http://schemas.openxmlformats.org/officeDocument/2006/relationships/tags" Target="../tags/tag295.xml"/><Relationship Id="rId22" Type="http://schemas.openxmlformats.org/officeDocument/2006/relationships/tags" Target="../tags/tag294.xml"/><Relationship Id="rId21" Type="http://schemas.openxmlformats.org/officeDocument/2006/relationships/image" Target="../media/image16.png"/><Relationship Id="rId20" Type="http://schemas.openxmlformats.org/officeDocument/2006/relationships/tags" Target="../tags/tag293.xml"/><Relationship Id="rId2" Type="http://schemas.openxmlformats.org/officeDocument/2006/relationships/image" Target="../media/image27.png"/><Relationship Id="rId19" Type="http://schemas.openxmlformats.org/officeDocument/2006/relationships/tags" Target="../tags/tag292.xml"/><Relationship Id="rId18" Type="http://schemas.openxmlformats.org/officeDocument/2006/relationships/image" Target="../media/image13.png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" Type="http://schemas.openxmlformats.org/officeDocument/2006/relationships/image" Target="../media/image4.png"/><Relationship Id="rId55" Type="http://schemas.openxmlformats.org/officeDocument/2006/relationships/slideLayout" Target="../slideLayouts/slideLayout1.xml"/><Relationship Id="rId54" Type="http://schemas.openxmlformats.org/officeDocument/2006/relationships/tags" Target="../tags/tag315.xml"/><Relationship Id="rId53" Type="http://schemas.openxmlformats.org/officeDocument/2006/relationships/image" Target="../media/image64.png"/><Relationship Id="rId52" Type="http://schemas.openxmlformats.org/officeDocument/2006/relationships/image" Target="../media/image66.png"/><Relationship Id="rId51" Type="http://schemas.openxmlformats.org/officeDocument/2006/relationships/image" Target="../media/image63.png"/><Relationship Id="rId50" Type="http://schemas.openxmlformats.org/officeDocument/2006/relationships/image" Target="../media/image62.png"/><Relationship Id="rId5" Type="http://schemas.openxmlformats.org/officeDocument/2006/relationships/image" Target="../media/image3.png"/><Relationship Id="rId49" Type="http://schemas.openxmlformats.org/officeDocument/2006/relationships/image" Target="../media/image61.png"/><Relationship Id="rId48" Type="http://schemas.openxmlformats.org/officeDocument/2006/relationships/image" Target="../media/image60.png"/><Relationship Id="rId47" Type="http://schemas.openxmlformats.org/officeDocument/2006/relationships/image" Target="../media/image59.png"/><Relationship Id="rId46" Type="http://schemas.openxmlformats.org/officeDocument/2006/relationships/image" Target="../media/image37.png"/><Relationship Id="rId45" Type="http://schemas.openxmlformats.org/officeDocument/2006/relationships/image" Target="../media/image43.png"/><Relationship Id="rId44" Type="http://schemas.openxmlformats.org/officeDocument/2006/relationships/image" Target="../media/image42.png"/><Relationship Id="rId43" Type="http://schemas.openxmlformats.org/officeDocument/2006/relationships/image" Target="../media/image41.png"/><Relationship Id="rId42" Type="http://schemas.openxmlformats.org/officeDocument/2006/relationships/image" Target="../media/image40.png"/><Relationship Id="rId41" Type="http://schemas.openxmlformats.org/officeDocument/2006/relationships/image" Target="../media/image32.png"/><Relationship Id="rId40" Type="http://schemas.openxmlformats.org/officeDocument/2006/relationships/image" Target="../media/image39.png"/><Relationship Id="rId4" Type="http://schemas.openxmlformats.org/officeDocument/2006/relationships/image" Target="../media/image2.png"/><Relationship Id="rId39" Type="http://schemas.openxmlformats.org/officeDocument/2006/relationships/image" Target="../media/image65.png"/><Relationship Id="rId38" Type="http://schemas.openxmlformats.org/officeDocument/2006/relationships/image" Target="../media/image36.png"/><Relationship Id="rId37" Type="http://schemas.openxmlformats.org/officeDocument/2006/relationships/image" Target="../media/image35.png"/><Relationship Id="rId36" Type="http://schemas.openxmlformats.org/officeDocument/2006/relationships/image" Target="../media/image30.png"/><Relationship Id="rId35" Type="http://schemas.openxmlformats.org/officeDocument/2006/relationships/image" Target="../media/image29.png"/><Relationship Id="rId34" Type="http://schemas.openxmlformats.org/officeDocument/2006/relationships/image" Target="../media/image28.png"/><Relationship Id="rId33" Type="http://schemas.openxmlformats.org/officeDocument/2006/relationships/tags" Target="../tags/tag314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313.xml"/><Relationship Id="rId25" Type="http://schemas.openxmlformats.org/officeDocument/2006/relationships/tags" Target="../tags/tag312.xml"/><Relationship Id="rId24" Type="http://schemas.openxmlformats.org/officeDocument/2006/relationships/tags" Target="../tags/tag311.xml"/><Relationship Id="rId23" Type="http://schemas.openxmlformats.org/officeDocument/2006/relationships/tags" Target="../tags/tag310.xml"/><Relationship Id="rId22" Type="http://schemas.openxmlformats.org/officeDocument/2006/relationships/tags" Target="../tags/tag309.xml"/><Relationship Id="rId21" Type="http://schemas.openxmlformats.org/officeDocument/2006/relationships/image" Target="../media/image16.png"/><Relationship Id="rId20" Type="http://schemas.openxmlformats.org/officeDocument/2006/relationships/tags" Target="../tags/tag308.xml"/><Relationship Id="rId2" Type="http://schemas.openxmlformats.org/officeDocument/2006/relationships/image" Target="../media/image27.png"/><Relationship Id="rId19" Type="http://schemas.openxmlformats.org/officeDocument/2006/relationships/tags" Target="../tags/tag307.xml"/><Relationship Id="rId18" Type="http://schemas.openxmlformats.org/officeDocument/2006/relationships/image" Target="../media/image13.png"/><Relationship Id="rId17" Type="http://schemas.openxmlformats.org/officeDocument/2006/relationships/tags" Target="../tags/tag306.xml"/><Relationship Id="rId16" Type="http://schemas.openxmlformats.org/officeDocument/2006/relationships/tags" Target="../tags/tag305.xml"/><Relationship Id="rId15" Type="http://schemas.openxmlformats.org/officeDocument/2006/relationships/tags" Target="../tags/tag304.xml"/><Relationship Id="rId14" Type="http://schemas.openxmlformats.org/officeDocument/2006/relationships/tags" Target="../tags/tag303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16.xml"/><Relationship Id="rId2" Type="http://schemas.openxmlformats.org/officeDocument/2006/relationships/image" Target="../media/image68.png"/><Relationship Id="rId1" Type="http://schemas.openxmlformats.org/officeDocument/2006/relationships/image" Target="../media/image67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322.xml"/><Relationship Id="rId8" Type="http://schemas.openxmlformats.org/officeDocument/2006/relationships/tags" Target="../tags/tag321.xml"/><Relationship Id="rId7" Type="http://schemas.openxmlformats.org/officeDocument/2006/relationships/tags" Target="../tags/tag320.xml"/><Relationship Id="rId6" Type="http://schemas.openxmlformats.org/officeDocument/2006/relationships/image" Target="../media/image71.png"/><Relationship Id="rId5" Type="http://schemas.openxmlformats.org/officeDocument/2006/relationships/tags" Target="../tags/tag319.xml"/><Relationship Id="rId4" Type="http://schemas.openxmlformats.org/officeDocument/2006/relationships/image" Target="../media/image70.png"/><Relationship Id="rId3" Type="http://schemas.openxmlformats.org/officeDocument/2006/relationships/tags" Target="../tags/tag318.xml"/><Relationship Id="rId2" Type="http://schemas.openxmlformats.org/officeDocument/2006/relationships/image" Target="../media/image69.png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24.xml"/><Relationship Id="rId14" Type="http://schemas.openxmlformats.org/officeDocument/2006/relationships/image" Target="../media/image60.png"/><Relationship Id="rId13" Type="http://schemas.openxmlformats.org/officeDocument/2006/relationships/image" Target="../media/image74.png"/><Relationship Id="rId12" Type="http://schemas.openxmlformats.org/officeDocument/2006/relationships/image" Target="../media/image73.png"/><Relationship Id="rId11" Type="http://schemas.openxmlformats.org/officeDocument/2006/relationships/image" Target="../media/image72.png"/><Relationship Id="rId10" Type="http://schemas.openxmlformats.org/officeDocument/2006/relationships/tags" Target="../tags/tag323.xml"/><Relationship Id="rId1" Type="http://schemas.openxmlformats.org/officeDocument/2006/relationships/tags" Target="../tags/tag31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2" Type="http://schemas.openxmlformats.org/officeDocument/2006/relationships/slideLayout" Target="../slideLayouts/slideLayout1.xml"/><Relationship Id="rId61" Type="http://schemas.openxmlformats.org/officeDocument/2006/relationships/tags" Target="../tags/tag340.xml"/><Relationship Id="rId60" Type="http://schemas.openxmlformats.org/officeDocument/2006/relationships/image" Target="../media/image81.png"/><Relationship Id="rId6" Type="http://schemas.openxmlformats.org/officeDocument/2006/relationships/image" Target="../media/image4.png"/><Relationship Id="rId59" Type="http://schemas.openxmlformats.org/officeDocument/2006/relationships/image" Target="../media/image80.png"/><Relationship Id="rId58" Type="http://schemas.openxmlformats.org/officeDocument/2006/relationships/image" Target="../media/image79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3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65.png"/><Relationship Id="rId4" Type="http://schemas.openxmlformats.org/officeDocument/2006/relationships/image" Target="../media/image2.png"/><Relationship Id="rId39" Type="http://schemas.openxmlformats.org/officeDocument/2006/relationships/image" Target="../media/image36.png"/><Relationship Id="rId38" Type="http://schemas.openxmlformats.org/officeDocument/2006/relationships/image" Target="../media/image35.png"/><Relationship Id="rId37" Type="http://schemas.openxmlformats.org/officeDocument/2006/relationships/image" Target="../media/image30.png"/><Relationship Id="rId36" Type="http://schemas.openxmlformats.org/officeDocument/2006/relationships/image" Target="../media/image29.png"/><Relationship Id="rId35" Type="http://schemas.openxmlformats.org/officeDocument/2006/relationships/image" Target="../media/image28.png"/><Relationship Id="rId34" Type="http://schemas.openxmlformats.org/officeDocument/2006/relationships/tags" Target="../tags/tag339.xml"/><Relationship Id="rId33" Type="http://schemas.openxmlformats.org/officeDocument/2006/relationships/tags" Target="../tags/tag338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337.xml"/><Relationship Id="rId25" Type="http://schemas.openxmlformats.org/officeDocument/2006/relationships/tags" Target="../tags/tag336.xml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image" Target="../media/image75.png"/><Relationship Id="rId20" Type="http://schemas.openxmlformats.org/officeDocument/2006/relationships/tags" Target="../tags/tag332.xml"/><Relationship Id="rId2" Type="http://schemas.openxmlformats.org/officeDocument/2006/relationships/image" Target="../media/image27.png"/><Relationship Id="rId19" Type="http://schemas.openxmlformats.org/officeDocument/2006/relationships/tags" Target="../tags/tag331.xml"/><Relationship Id="rId18" Type="http://schemas.openxmlformats.org/officeDocument/2006/relationships/image" Target="../media/image13.png"/><Relationship Id="rId17" Type="http://schemas.openxmlformats.org/officeDocument/2006/relationships/tags" Target="../tags/tag330.xml"/><Relationship Id="rId16" Type="http://schemas.openxmlformats.org/officeDocument/2006/relationships/tags" Target="../tags/tag329.xml"/><Relationship Id="rId15" Type="http://schemas.openxmlformats.org/officeDocument/2006/relationships/tags" Target="../tags/tag328.xml"/><Relationship Id="rId14" Type="http://schemas.openxmlformats.org/officeDocument/2006/relationships/tags" Target="../tags/tag327.xml"/><Relationship Id="rId13" Type="http://schemas.openxmlformats.org/officeDocument/2006/relationships/tags" Target="../tags/tag326.xml"/><Relationship Id="rId12" Type="http://schemas.openxmlformats.org/officeDocument/2006/relationships/tags" Target="../tags/tag325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3" Type="http://schemas.openxmlformats.org/officeDocument/2006/relationships/slideLayout" Target="../slideLayouts/slideLayout1.xml"/><Relationship Id="rId62" Type="http://schemas.openxmlformats.org/officeDocument/2006/relationships/tags" Target="../tags/tag357.xml"/><Relationship Id="rId61" Type="http://schemas.openxmlformats.org/officeDocument/2006/relationships/tags" Target="../tags/tag356.xml"/><Relationship Id="rId60" Type="http://schemas.openxmlformats.org/officeDocument/2006/relationships/image" Target="../media/image81.png"/><Relationship Id="rId6" Type="http://schemas.openxmlformats.org/officeDocument/2006/relationships/image" Target="../media/image4.png"/><Relationship Id="rId59" Type="http://schemas.openxmlformats.org/officeDocument/2006/relationships/image" Target="../media/image80.png"/><Relationship Id="rId58" Type="http://schemas.openxmlformats.org/officeDocument/2006/relationships/image" Target="../media/image79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3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65.png"/><Relationship Id="rId4" Type="http://schemas.openxmlformats.org/officeDocument/2006/relationships/image" Target="../media/image2.png"/><Relationship Id="rId39" Type="http://schemas.openxmlformats.org/officeDocument/2006/relationships/image" Target="../media/image36.png"/><Relationship Id="rId38" Type="http://schemas.openxmlformats.org/officeDocument/2006/relationships/image" Target="../media/image35.png"/><Relationship Id="rId37" Type="http://schemas.openxmlformats.org/officeDocument/2006/relationships/image" Target="../media/image30.png"/><Relationship Id="rId36" Type="http://schemas.openxmlformats.org/officeDocument/2006/relationships/image" Target="../media/image29.png"/><Relationship Id="rId35" Type="http://schemas.openxmlformats.org/officeDocument/2006/relationships/image" Target="../media/image28.png"/><Relationship Id="rId34" Type="http://schemas.openxmlformats.org/officeDocument/2006/relationships/tags" Target="../tags/tag355.xml"/><Relationship Id="rId33" Type="http://schemas.openxmlformats.org/officeDocument/2006/relationships/tags" Target="../tags/tag354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353.xml"/><Relationship Id="rId25" Type="http://schemas.openxmlformats.org/officeDocument/2006/relationships/tags" Target="../tags/tag352.xml"/><Relationship Id="rId24" Type="http://schemas.openxmlformats.org/officeDocument/2006/relationships/tags" Target="../tags/tag351.xml"/><Relationship Id="rId23" Type="http://schemas.openxmlformats.org/officeDocument/2006/relationships/tags" Target="../tags/tag350.xml"/><Relationship Id="rId22" Type="http://schemas.openxmlformats.org/officeDocument/2006/relationships/tags" Target="../tags/tag349.xml"/><Relationship Id="rId21" Type="http://schemas.openxmlformats.org/officeDocument/2006/relationships/image" Target="../media/image75.png"/><Relationship Id="rId20" Type="http://schemas.openxmlformats.org/officeDocument/2006/relationships/tags" Target="../tags/tag348.xml"/><Relationship Id="rId2" Type="http://schemas.openxmlformats.org/officeDocument/2006/relationships/image" Target="../media/image27.png"/><Relationship Id="rId19" Type="http://schemas.openxmlformats.org/officeDocument/2006/relationships/tags" Target="../tags/tag347.xml"/><Relationship Id="rId18" Type="http://schemas.openxmlformats.org/officeDocument/2006/relationships/image" Target="../media/image13.png"/><Relationship Id="rId17" Type="http://schemas.openxmlformats.org/officeDocument/2006/relationships/tags" Target="../tags/tag346.xml"/><Relationship Id="rId16" Type="http://schemas.openxmlformats.org/officeDocument/2006/relationships/tags" Target="../tags/tag345.xml"/><Relationship Id="rId15" Type="http://schemas.openxmlformats.org/officeDocument/2006/relationships/tags" Target="../tags/tag344.xml"/><Relationship Id="rId14" Type="http://schemas.openxmlformats.org/officeDocument/2006/relationships/tags" Target="../tags/tag343.xml"/><Relationship Id="rId13" Type="http://schemas.openxmlformats.org/officeDocument/2006/relationships/tags" Target="../tags/tag342.xml"/><Relationship Id="rId12" Type="http://schemas.openxmlformats.org/officeDocument/2006/relationships/tags" Target="../tags/tag341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2.png"/><Relationship Id="rId7" Type="http://schemas.openxmlformats.org/officeDocument/2006/relationships/image" Target="../media/image8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375.xml"/><Relationship Id="rId63" Type="http://schemas.openxmlformats.org/officeDocument/2006/relationships/tags" Target="../tags/tag374.xml"/><Relationship Id="rId62" Type="http://schemas.openxmlformats.org/officeDocument/2006/relationships/tags" Target="../tags/tag373.xml"/><Relationship Id="rId61" Type="http://schemas.openxmlformats.org/officeDocument/2006/relationships/image" Target="../media/image81.png"/><Relationship Id="rId60" Type="http://schemas.openxmlformats.org/officeDocument/2006/relationships/image" Target="../media/image80.png"/><Relationship Id="rId6" Type="http://schemas.openxmlformats.org/officeDocument/2006/relationships/image" Target="../media/image4.png"/><Relationship Id="rId59" Type="http://schemas.openxmlformats.org/officeDocument/2006/relationships/image" Target="../media/image79.png"/><Relationship Id="rId58" Type="http://schemas.openxmlformats.org/officeDocument/2006/relationships/image" Target="../media/image83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3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82.png"/><Relationship Id="rId4" Type="http://schemas.openxmlformats.org/officeDocument/2006/relationships/image" Target="../media/image2.png"/><Relationship Id="rId39" Type="http://schemas.openxmlformats.org/officeDocument/2006/relationships/image" Target="../media/image36.png"/><Relationship Id="rId38" Type="http://schemas.openxmlformats.org/officeDocument/2006/relationships/image" Target="../media/image35.png"/><Relationship Id="rId37" Type="http://schemas.openxmlformats.org/officeDocument/2006/relationships/image" Target="../media/image30.png"/><Relationship Id="rId36" Type="http://schemas.openxmlformats.org/officeDocument/2006/relationships/image" Target="../media/image29.png"/><Relationship Id="rId35" Type="http://schemas.openxmlformats.org/officeDocument/2006/relationships/image" Target="../media/image28.png"/><Relationship Id="rId34" Type="http://schemas.openxmlformats.org/officeDocument/2006/relationships/tags" Target="../tags/tag372.xml"/><Relationship Id="rId33" Type="http://schemas.openxmlformats.org/officeDocument/2006/relationships/tags" Target="../tags/tag371.xml"/><Relationship Id="rId32" Type="http://schemas.openxmlformats.org/officeDocument/2006/relationships/image" Target="../media/image25.png"/><Relationship Id="rId31" Type="http://schemas.openxmlformats.org/officeDocument/2006/relationships/image" Target="../media/image24.png"/><Relationship Id="rId30" Type="http://schemas.openxmlformats.org/officeDocument/2006/relationships/image" Target="../media/image23.png"/><Relationship Id="rId3" Type="http://schemas.openxmlformats.org/officeDocument/2006/relationships/image" Target="../media/image1.png"/><Relationship Id="rId29" Type="http://schemas.openxmlformats.org/officeDocument/2006/relationships/image" Target="../media/image22.jpeg"/><Relationship Id="rId28" Type="http://schemas.openxmlformats.org/officeDocument/2006/relationships/image" Target="../media/image18.png"/><Relationship Id="rId27" Type="http://schemas.openxmlformats.org/officeDocument/2006/relationships/image" Target="../media/image17.png"/><Relationship Id="rId26" Type="http://schemas.openxmlformats.org/officeDocument/2006/relationships/tags" Target="../tags/tag370.xml"/><Relationship Id="rId25" Type="http://schemas.openxmlformats.org/officeDocument/2006/relationships/tags" Target="../tags/tag369.xml"/><Relationship Id="rId24" Type="http://schemas.openxmlformats.org/officeDocument/2006/relationships/tags" Target="../tags/tag368.xml"/><Relationship Id="rId23" Type="http://schemas.openxmlformats.org/officeDocument/2006/relationships/tags" Target="../tags/tag367.xml"/><Relationship Id="rId22" Type="http://schemas.openxmlformats.org/officeDocument/2006/relationships/tags" Target="../tags/tag366.xml"/><Relationship Id="rId21" Type="http://schemas.openxmlformats.org/officeDocument/2006/relationships/image" Target="../media/image75.png"/><Relationship Id="rId20" Type="http://schemas.openxmlformats.org/officeDocument/2006/relationships/tags" Target="../tags/tag365.xml"/><Relationship Id="rId2" Type="http://schemas.openxmlformats.org/officeDocument/2006/relationships/image" Target="../media/image27.png"/><Relationship Id="rId19" Type="http://schemas.openxmlformats.org/officeDocument/2006/relationships/tags" Target="../tags/tag364.xml"/><Relationship Id="rId18" Type="http://schemas.openxmlformats.org/officeDocument/2006/relationships/image" Target="../media/image13.png"/><Relationship Id="rId17" Type="http://schemas.openxmlformats.org/officeDocument/2006/relationships/tags" Target="../tags/tag363.xml"/><Relationship Id="rId16" Type="http://schemas.openxmlformats.org/officeDocument/2006/relationships/tags" Target="../tags/tag362.xml"/><Relationship Id="rId15" Type="http://schemas.openxmlformats.org/officeDocument/2006/relationships/tags" Target="../tags/tag361.xml"/><Relationship Id="rId14" Type="http://schemas.openxmlformats.org/officeDocument/2006/relationships/tags" Target="../tags/tag360.xml"/><Relationship Id="rId13" Type="http://schemas.openxmlformats.org/officeDocument/2006/relationships/tags" Target="../tags/tag359.xml"/><Relationship Id="rId12" Type="http://schemas.openxmlformats.org/officeDocument/2006/relationships/tags" Target="../tags/tag358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393.xml"/><Relationship Id="rId63" Type="http://schemas.openxmlformats.org/officeDocument/2006/relationships/tags" Target="../tags/tag392.xml"/><Relationship Id="rId62" Type="http://schemas.openxmlformats.org/officeDocument/2006/relationships/tags" Target="../tags/tag391.xml"/><Relationship Id="rId61" Type="http://schemas.openxmlformats.org/officeDocument/2006/relationships/image" Target="../media/image81.png"/><Relationship Id="rId60" Type="http://schemas.openxmlformats.org/officeDocument/2006/relationships/image" Target="../media/image80.png"/><Relationship Id="rId6" Type="http://schemas.openxmlformats.org/officeDocument/2006/relationships/image" Target="../media/image12.png"/><Relationship Id="rId59" Type="http://schemas.openxmlformats.org/officeDocument/2006/relationships/image" Target="../media/image79.png"/><Relationship Id="rId58" Type="http://schemas.openxmlformats.org/officeDocument/2006/relationships/image" Target="../media/image83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8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82.png"/><Relationship Id="rId4" Type="http://schemas.openxmlformats.org/officeDocument/2006/relationships/image" Target="../media/image4.png"/><Relationship Id="rId39" Type="http://schemas.openxmlformats.org/officeDocument/2006/relationships/image" Target="../media/image30.png"/><Relationship Id="rId38" Type="http://schemas.openxmlformats.org/officeDocument/2006/relationships/image" Target="../media/image29.png"/><Relationship Id="rId37" Type="http://schemas.openxmlformats.org/officeDocument/2006/relationships/image" Target="../media/image28.png"/><Relationship Id="rId36" Type="http://schemas.openxmlformats.org/officeDocument/2006/relationships/tags" Target="../tags/tag390.xml"/><Relationship Id="rId35" Type="http://schemas.openxmlformats.org/officeDocument/2006/relationships/tags" Target="../tags/tag389.xml"/><Relationship Id="rId34" Type="http://schemas.openxmlformats.org/officeDocument/2006/relationships/image" Target="../media/image25.png"/><Relationship Id="rId33" Type="http://schemas.openxmlformats.org/officeDocument/2006/relationships/image" Target="../media/image24.png"/><Relationship Id="rId32" Type="http://schemas.openxmlformats.org/officeDocument/2006/relationships/image" Target="../media/image23.png"/><Relationship Id="rId31" Type="http://schemas.openxmlformats.org/officeDocument/2006/relationships/image" Target="../media/image22.jpeg"/><Relationship Id="rId30" Type="http://schemas.openxmlformats.org/officeDocument/2006/relationships/image" Target="../media/image18.png"/><Relationship Id="rId3" Type="http://schemas.openxmlformats.org/officeDocument/2006/relationships/image" Target="../media/image3.png"/><Relationship Id="rId29" Type="http://schemas.openxmlformats.org/officeDocument/2006/relationships/image" Target="../media/image17.png"/><Relationship Id="rId28" Type="http://schemas.openxmlformats.org/officeDocument/2006/relationships/tags" Target="../tags/tag388.xml"/><Relationship Id="rId27" Type="http://schemas.openxmlformats.org/officeDocument/2006/relationships/tags" Target="../tags/tag387.xml"/><Relationship Id="rId26" Type="http://schemas.openxmlformats.org/officeDocument/2006/relationships/tags" Target="../tags/tag386.xml"/><Relationship Id="rId25" Type="http://schemas.openxmlformats.org/officeDocument/2006/relationships/tags" Target="../tags/tag385.xml"/><Relationship Id="rId24" Type="http://schemas.openxmlformats.org/officeDocument/2006/relationships/tags" Target="../tags/tag384.xml"/><Relationship Id="rId23" Type="http://schemas.openxmlformats.org/officeDocument/2006/relationships/image" Target="../media/image75.png"/><Relationship Id="rId22" Type="http://schemas.openxmlformats.org/officeDocument/2006/relationships/tags" Target="../tags/tag383.xml"/><Relationship Id="rId21" Type="http://schemas.openxmlformats.org/officeDocument/2006/relationships/tags" Target="../tags/tag382.xml"/><Relationship Id="rId20" Type="http://schemas.openxmlformats.org/officeDocument/2006/relationships/image" Target="../media/image13.png"/><Relationship Id="rId2" Type="http://schemas.openxmlformats.org/officeDocument/2006/relationships/image" Target="../media/image2.png"/><Relationship Id="rId19" Type="http://schemas.openxmlformats.org/officeDocument/2006/relationships/tags" Target="../tags/tag381.xml"/><Relationship Id="rId18" Type="http://schemas.openxmlformats.org/officeDocument/2006/relationships/tags" Target="../tags/tag380.xml"/><Relationship Id="rId17" Type="http://schemas.openxmlformats.org/officeDocument/2006/relationships/tags" Target="../tags/tag379.xml"/><Relationship Id="rId16" Type="http://schemas.openxmlformats.org/officeDocument/2006/relationships/tags" Target="../tags/tag378.xml"/><Relationship Id="rId15" Type="http://schemas.openxmlformats.org/officeDocument/2006/relationships/tags" Target="../tags/tag377.xml"/><Relationship Id="rId14" Type="http://schemas.openxmlformats.org/officeDocument/2006/relationships/tags" Target="../tags/tag376.xml"/><Relationship Id="rId13" Type="http://schemas.openxmlformats.org/officeDocument/2006/relationships/image" Target="../media/image21.jpeg"/><Relationship Id="rId12" Type="http://schemas.openxmlformats.org/officeDocument/2006/relationships/image" Target="../media/image20.jpe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411.xml"/><Relationship Id="rId63" Type="http://schemas.openxmlformats.org/officeDocument/2006/relationships/tags" Target="../tags/tag410.xml"/><Relationship Id="rId62" Type="http://schemas.openxmlformats.org/officeDocument/2006/relationships/tags" Target="../tags/tag409.xml"/><Relationship Id="rId61" Type="http://schemas.openxmlformats.org/officeDocument/2006/relationships/image" Target="../media/image81.png"/><Relationship Id="rId60" Type="http://schemas.openxmlformats.org/officeDocument/2006/relationships/image" Target="../media/image80.png"/><Relationship Id="rId6" Type="http://schemas.openxmlformats.org/officeDocument/2006/relationships/image" Target="../media/image12.png"/><Relationship Id="rId59" Type="http://schemas.openxmlformats.org/officeDocument/2006/relationships/image" Target="../media/image79.png"/><Relationship Id="rId58" Type="http://schemas.openxmlformats.org/officeDocument/2006/relationships/image" Target="../media/image85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8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84.png"/><Relationship Id="rId4" Type="http://schemas.openxmlformats.org/officeDocument/2006/relationships/image" Target="../media/image4.png"/><Relationship Id="rId39" Type="http://schemas.openxmlformats.org/officeDocument/2006/relationships/image" Target="../media/image30.png"/><Relationship Id="rId38" Type="http://schemas.openxmlformats.org/officeDocument/2006/relationships/image" Target="../media/image29.png"/><Relationship Id="rId37" Type="http://schemas.openxmlformats.org/officeDocument/2006/relationships/image" Target="../media/image28.png"/><Relationship Id="rId36" Type="http://schemas.openxmlformats.org/officeDocument/2006/relationships/tags" Target="../tags/tag408.xml"/><Relationship Id="rId35" Type="http://schemas.openxmlformats.org/officeDocument/2006/relationships/tags" Target="../tags/tag407.xml"/><Relationship Id="rId34" Type="http://schemas.openxmlformats.org/officeDocument/2006/relationships/image" Target="../media/image25.png"/><Relationship Id="rId33" Type="http://schemas.openxmlformats.org/officeDocument/2006/relationships/image" Target="../media/image24.png"/><Relationship Id="rId32" Type="http://schemas.openxmlformats.org/officeDocument/2006/relationships/image" Target="../media/image23.png"/><Relationship Id="rId31" Type="http://schemas.openxmlformats.org/officeDocument/2006/relationships/image" Target="../media/image22.jpeg"/><Relationship Id="rId30" Type="http://schemas.openxmlformats.org/officeDocument/2006/relationships/image" Target="../media/image18.png"/><Relationship Id="rId3" Type="http://schemas.openxmlformats.org/officeDocument/2006/relationships/image" Target="../media/image3.png"/><Relationship Id="rId29" Type="http://schemas.openxmlformats.org/officeDocument/2006/relationships/image" Target="../media/image17.png"/><Relationship Id="rId28" Type="http://schemas.openxmlformats.org/officeDocument/2006/relationships/tags" Target="../tags/tag406.xml"/><Relationship Id="rId27" Type="http://schemas.openxmlformats.org/officeDocument/2006/relationships/tags" Target="../tags/tag405.xml"/><Relationship Id="rId26" Type="http://schemas.openxmlformats.org/officeDocument/2006/relationships/tags" Target="../tags/tag404.xml"/><Relationship Id="rId25" Type="http://schemas.openxmlformats.org/officeDocument/2006/relationships/tags" Target="../tags/tag403.xml"/><Relationship Id="rId24" Type="http://schemas.openxmlformats.org/officeDocument/2006/relationships/tags" Target="../tags/tag402.xml"/><Relationship Id="rId23" Type="http://schemas.openxmlformats.org/officeDocument/2006/relationships/image" Target="../media/image75.png"/><Relationship Id="rId22" Type="http://schemas.openxmlformats.org/officeDocument/2006/relationships/tags" Target="../tags/tag401.xml"/><Relationship Id="rId21" Type="http://schemas.openxmlformats.org/officeDocument/2006/relationships/tags" Target="../tags/tag400.xml"/><Relationship Id="rId20" Type="http://schemas.openxmlformats.org/officeDocument/2006/relationships/image" Target="../media/image13.png"/><Relationship Id="rId2" Type="http://schemas.openxmlformats.org/officeDocument/2006/relationships/image" Target="../media/image2.png"/><Relationship Id="rId19" Type="http://schemas.openxmlformats.org/officeDocument/2006/relationships/tags" Target="../tags/tag399.xml"/><Relationship Id="rId18" Type="http://schemas.openxmlformats.org/officeDocument/2006/relationships/tags" Target="../tags/tag398.xml"/><Relationship Id="rId17" Type="http://schemas.openxmlformats.org/officeDocument/2006/relationships/tags" Target="../tags/tag397.xml"/><Relationship Id="rId16" Type="http://schemas.openxmlformats.org/officeDocument/2006/relationships/tags" Target="../tags/tag396.xml"/><Relationship Id="rId15" Type="http://schemas.openxmlformats.org/officeDocument/2006/relationships/tags" Target="../tags/tag395.xml"/><Relationship Id="rId14" Type="http://schemas.openxmlformats.org/officeDocument/2006/relationships/tags" Target="../tags/tag394.xml"/><Relationship Id="rId13" Type="http://schemas.openxmlformats.org/officeDocument/2006/relationships/image" Target="../media/image21.jpeg"/><Relationship Id="rId12" Type="http://schemas.openxmlformats.org/officeDocument/2006/relationships/image" Target="../media/image20.jpe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2.xml"/><Relationship Id="rId1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png"/><Relationship Id="rId8" Type="http://schemas.openxmlformats.org/officeDocument/2006/relationships/image" Target="../media/image94.png"/><Relationship Id="rId7" Type="http://schemas.openxmlformats.org/officeDocument/2006/relationships/image" Target="../media/image93.png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13.xml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1" Type="http://schemas.openxmlformats.org/officeDocument/2006/relationships/image" Target="../media/image97.png"/><Relationship Id="rId10" Type="http://schemas.openxmlformats.org/officeDocument/2006/relationships/image" Target="../media/image96.png"/><Relationship Id="rId1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3" Type="http://schemas.openxmlformats.org/officeDocument/2006/relationships/image" Target="../media/image90.png"/><Relationship Id="rId2" Type="http://schemas.openxmlformats.org/officeDocument/2006/relationships/image" Target="../media/image99.png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414.xml"/><Relationship Id="rId13" Type="http://schemas.openxmlformats.org/officeDocument/2006/relationships/image" Target="../media/image87.png"/><Relationship Id="rId12" Type="http://schemas.openxmlformats.org/officeDocument/2006/relationships/image" Target="../media/image88.png"/><Relationship Id="rId11" Type="http://schemas.openxmlformats.org/officeDocument/2006/relationships/image" Target="../media/image98.png"/><Relationship Id="rId10" Type="http://schemas.openxmlformats.org/officeDocument/2006/relationships/image" Target="../media/image97.png"/><Relationship Id="rId1" Type="http://schemas.openxmlformats.org/officeDocument/2006/relationships/image" Target="../media/image89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png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6" Type="http://schemas.openxmlformats.org/officeDocument/2006/relationships/notesSlide" Target="../notesSlides/notesSlide3.xml"/><Relationship Id="rId45" Type="http://schemas.openxmlformats.org/officeDocument/2006/relationships/slideLayout" Target="../slideLayouts/slideLayout2.xml"/><Relationship Id="rId44" Type="http://schemas.openxmlformats.org/officeDocument/2006/relationships/tags" Target="../tags/tag415.xml"/><Relationship Id="rId43" Type="http://schemas.openxmlformats.org/officeDocument/2006/relationships/image" Target="../media/image129.png"/><Relationship Id="rId42" Type="http://schemas.openxmlformats.org/officeDocument/2006/relationships/image" Target="../media/image128.png"/><Relationship Id="rId41" Type="http://schemas.openxmlformats.org/officeDocument/2006/relationships/image" Target="../media/image127.png"/><Relationship Id="rId40" Type="http://schemas.openxmlformats.org/officeDocument/2006/relationships/image" Target="../media/image126.png"/><Relationship Id="rId4" Type="http://schemas.openxmlformats.org/officeDocument/2006/relationships/image" Target="../media/image91.png"/><Relationship Id="rId39" Type="http://schemas.openxmlformats.org/officeDocument/2006/relationships/image" Target="../media/image125.png"/><Relationship Id="rId38" Type="http://schemas.openxmlformats.org/officeDocument/2006/relationships/image" Target="../media/image124.png"/><Relationship Id="rId37" Type="http://schemas.openxmlformats.org/officeDocument/2006/relationships/image" Target="../media/image123.png"/><Relationship Id="rId36" Type="http://schemas.openxmlformats.org/officeDocument/2006/relationships/image" Target="../media/image122.png"/><Relationship Id="rId35" Type="http://schemas.openxmlformats.org/officeDocument/2006/relationships/image" Target="../media/image121.png"/><Relationship Id="rId34" Type="http://schemas.openxmlformats.org/officeDocument/2006/relationships/image" Target="../media/image120.png"/><Relationship Id="rId33" Type="http://schemas.openxmlformats.org/officeDocument/2006/relationships/image" Target="../media/image119.png"/><Relationship Id="rId32" Type="http://schemas.openxmlformats.org/officeDocument/2006/relationships/image" Target="../media/image118.png"/><Relationship Id="rId31" Type="http://schemas.openxmlformats.org/officeDocument/2006/relationships/image" Target="../media/image117.png"/><Relationship Id="rId30" Type="http://schemas.openxmlformats.org/officeDocument/2006/relationships/image" Target="../media/image116.png"/><Relationship Id="rId3" Type="http://schemas.openxmlformats.org/officeDocument/2006/relationships/image" Target="../media/image90.png"/><Relationship Id="rId29" Type="http://schemas.openxmlformats.org/officeDocument/2006/relationships/image" Target="../media/image115.png"/><Relationship Id="rId28" Type="http://schemas.openxmlformats.org/officeDocument/2006/relationships/image" Target="../media/image114.png"/><Relationship Id="rId27" Type="http://schemas.openxmlformats.org/officeDocument/2006/relationships/image" Target="../media/image113.png"/><Relationship Id="rId26" Type="http://schemas.openxmlformats.org/officeDocument/2006/relationships/image" Target="../media/image112.png"/><Relationship Id="rId25" Type="http://schemas.openxmlformats.org/officeDocument/2006/relationships/image" Target="../media/image111.png"/><Relationship Id="rId24" Type="http://schemas.openxmlformats.org/officeDocument/2006/relationships/image" Target="../media/image110.png"/><Relationship Id="rId23" Type="http://schemas.openxmlformats.org/officeDocument/2006/relationships/image" Target="../media/image109.png"/><Relationship Id="rId22" Type="http://schemas.openxmlformats.org/officeDocument/2006/relationships/image" Target="../media/image108.png"/><Relationship Id="rId21" Type="http://schemas.openxmlformats.org/officeDocument/2006/relationships/image" Target="../media/image107.png"/><Relationship Id="rId20" Type="http://schemas.openxmlformats.org/officeDocument/2006/relationships/image" Target="../media/image106.png"/><Relationship Id="rId2" Type="http://schemas.openxmlformats.org/officeDocument/2006/relationships/image" Target="../media/image99.png"/><Relationship Id="rId19" Type="http://schemas.openxmlformats.org/officeDocument/2006/relationships/image" Target="../media/image105.png"/><Relationship Id="rId18" Type="http://schemas.openxmlformats.org/officeDocument/2006/relationships/image" Target="../media/image104.png"/><Relationship Id="rId17" Type="http://schemas.openxmlformats.org/officeDocument/2006/relationships/image" Target="../media/image103.png"/><Relationship Id="rId16" Type="http://schemas.openxmlformats.org/officeDocument/2006/relationships/image" Target="../media/image102.png"/><Relationship Id="rId15" Type="http://schemas.openxmlformats.org/officeDocument/2006/relationships/image" Target="../media/image101.png"/><Relationship Id="rId14" Type="http://schemas.openxmlformats.org/officeDocument/2006/relationships/image" Target="../media/image100.png"/><Relationship Id="rId13" Type="http://schemas.openxmlformats.org/officeDocument/2006/relationships/image" Target="../media/image87.png"/><Relationship Id="rId12" Type="http://schemas.openxmlformats.org/officeDocument/2006/relationships/image" Target="../media/image88.png"/><Relationship Id="rId11" Type="http://schemas.openxmlformats.org/officeDocument/2006/relationships/image" Target="../media/image98.png"/><Relationship Id="rId10" Type="http://schemas.openxmlformats.org/officeDocument/2006/relationships/image" Target="../media/image97.png"/><Relationship Id="rId1" Type="http://schemas.openxmlformats.org/officeDocument/2006/relationships/image" Target="../media/image89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433.xml"/><Relationship Id="rId63" Type="http://schemas.openxmlformats.org/officeDocument/2006/relationships/tags" Target="../tags/tag432.xml"/><Relationship Id="rId62" Type="http://schemas.openxmlformats.org/officeDocument/2006/relationships/tags" Target="../tags/tag431.xml"/><Relationship Id="rId61" Type="http://schemas.openxmlformats.org/officeDocument/2006/relationships/image" Target="../media/image81.png"/><Relationship Id="rId60" Type="http://schemas.openxmlformats.org/officeDocument/2006/relationships/image" Target="../media/image80.png"/><Relationship Id="rId6" Type="http://schemas.openxmlformats.org/officeDocument/2006/relationships/image" Target="../media/image12.png"/><Relationship Id="rId59" Type="http://schemas.openxmlformats.org/officeDocument/2006/relationships/image" Target="../media/image79.png"/><Relationship Id="rId58" Type="http://schemas.openxmlformats.org/officeDocument/2006/relationships/image" Target="../media/image130.png"/><Relationship Id="rId57" Type="http://schemas.openxmlformats.org/officeDocument/2006/relationships/image" Target="../media/image78.png"/><Relationship Id="rId56" Type="http://schemas.openxmlformats.org/officeDocument/2006/relationships/image" Target="../media/image77.png"/><Relationship Id="rId55" Type="http://schemas.openxmlformats.org/officeDocument/2006/relationships/image" Target="../media/image76.png"/><Relationship Id="rId54" Type="http://schemas.openxmlformats.org/officeDocument/2006/relationships/image" Target="../media/image64.png"/><Relationship Id="rId53" Type="http://schemas.openxmlformats.org/officeDocument/2006/relationships/image" Target="../media/image66.png"/><Relationship Id="rId52" Type="http://schemas.openxmlformats.org/officeDocument/2006/relationships/image" Target="../media/image63.png"/><Relationship Id="rId51" Type="http://schemas.openxmlformats.org/officeDocument/2006/relationships/image" Target="../media/image62.png"/><Relationship Id="rId50" Type="http://schemas.openxmlformats.org/officeDocument/2006/relationships/image" Target="../media/image61.png"/><Relationship Id="rId5" Type="http://schemas.openxmlformats.org/officeDocument/2006/relationships/image" Target="../media/image8.png"/><Relationship Id="rId49" Type="http://schemas.openxmlformats.org/officeDocument/2006/relationships/image" Target="../media/image60.png"/><Relationship Id="rId48" Type="http://schemas.openxmlformats.org/officeDocument/2006/relationships/image" Target="../media/image59.png"/><Relationship Id="rId47" Type="http://schemas.openxmlformats.org/officeDocument/2006/relationships/image" Target="../media/image37.png"/><Relationship Id="rId46" Type="http://schemas.openxmlformats.org/officeDocument/2006/relationships/image" Target="../media/image43.png"/><Relationship Id="rId45" Type="http://schemas.openxmlformats.org/officeDocument/2006/relationships/image" Target="../media/image42.png"/><Relationship Id="rId44" Type="http://schemas.openxmlformats.org/officeDocument/2006/relationships/image" Target="../media/image41.png"/><Relationship Id="rId43" Type="http://schemas.openxmlformats.org/officeDocument/2006/relationships/image" Target="../media/image40.png"/><Relationship Id="rId42" Type="http://schemas.openxmlformats.org/officeDocument/2006/relationships/image" Target="../media/image32.png"/><Relationship Id="rId41" Type="http://schemas.openxmlformats.org/officeDocument/2006/relationships/image" Target="../media/image39.png"/><Relationship Id="rId40" Type="http://schemas.openxmlformats.org/officeDocument/2006/relationships/image" Target="../media/image82.png"/><Relationship Id="rId4" Type="http://schemas.openxmlformats.org/officeDocument/2006/relationships/image" Target="../media/image4.png"/><Relationship Id="rId39" Type="http://schemas.openxmlformats.org/officeDocument/2006/relationships/image" Target="../media/image30.png"/><Relationship Id="rId38" Type="http://schemas.openxmlformats.org/officeDocument/2006/relationships/image" Target="../media/image29.png"/><Relationship Id="rId37" Type="http://schemas.openxmlformats.org/officeDocument/2006/relationships/image" Target="../media/image28.png"/><Relationship Id="rId36" Type="http://schemas.openxmlformats.org/officeDocument/2006/relationships/tags" Target="../tags/tag430.xml"/><Relationship Id="rId35" Type="http://schemas.openxmlformats.org/officeDocument/2006/relationships/tags" Target="../tags/tag429.xml"/><Relationship Id="rId34" Type="http://schemas.openxmlformats.org/officeDocument/2006/relationships/image" Target="../media/image25.png"/><Relationship Id="rId33" Type="http://schemas.openxmlformats.org/officeDocument/2006/relationships/image" Target="../media/image24.png"/><Relationship Id="rId32" Type="http://schemas.openxmlformats.org/officeDocument/2006/relationships/image" Target="../media/image23.png"/><Relationship Id="rId31" Type="http://schemas.openxmlformats.org/officeDocument/2006/relationships/image" Target="../media/image22.jpeg"/><Relationship Id="rId30" Type="http://schemas.openxmlformats.org/officeDocument/2006/relationships/image" Target="../media/image18.png"/><Relationship Id="rId3" Type="http://schemas.openxmlformats.org/officeDocument/2006/relationships/image" Target="../media/image3.png"/><Relationship Id="rId29" Type="http://schemas.openxmlformats.org/officeDocument/2006/relationships/image" Target="../media/image17.png"/><Relationship Id="rId28" Type="http://schemas.openxmlformats.org/officeDocument/2006/relationships/tags" Target="../tags/tag428.xml"/><Relationship Id="rId27" Type="http://schemas.openxmlformats.org/officeDocument/2006/relationships/tags" Target="../tags/tag427.xml"/><Relationship Id="rId26" Type="http://schemas.openxmlformats.org/officeDocument/2006/relationships/tags" Target="../tags/tag426.xml"/><Relationship Id="rId25" Type="http://schemas.openxmlformats.org/officeDocument/2006/relationships/tags" Target="../tags/tag425.xml"/><Relationship Id="rId24" Type="http://schemas.openxmlformats.org/officeDocument/2006/relationships/tags" Target="../tags/tag424.xml"/><Relationship Id="rId23" Type="http://schemas.openxmlformats.org/officeDocument/2006/relationships/image" Target="../media/image75.png"/><Relationship Id="rId22" Type="http://schemas.openxmlformats.org/officeDocument/2006/relationships/tags" Target="../tags/tag423.xml"/><Relationship Id="rId21" Type="http://schemas.openxmlformats.org/officeDocument/2006/relationships/tags" Target="../tags/tag422.xml"/><Relationship Id="rId20" Type="http://schemas.openxmlformats.org/officeDocument/2006/relationships/image" Target="../media/image13.png"/><Relationship Id="rId2" Type="http://schemas.openxmlformats.org/officeDocument/2006/relationships/image" Target="../media/image2.png"/><Relationship Id="rId19" Type="http://schemas.openxmlformats.org/officeDocument/2006/relationships/tags" Target="../tags/tag421.xml"/><Relationship Id="rId18" Type="http://schemas.openxmlformats.org/officeDocument/2006/relationships/tags" Target="../tags/tag420.xml"/><Relationship Id="rId17" Type="http://schemas.openxmlformats.org/officeDocument/2006/relationships/tags" Target="../tags/tag419.xml"/><Relationship Id="rId16" Type="http://schemas.openxmlformats.org/officeDocument/2006/relationships/tags" Target="../tags/tag418.xml"/><Relationship Id="rId15" Type="http://schemas.openxmlformats.org/officeDocument/2006/relationships/tags" Target="../tags/tag417.xml"/><Relationship Id="rId14" Type="http://schemas.openxmlformats.org/officeDocument/2006/relationships/tags" Target="../tags/tag416.xml"/><Relationship Id="rId13" Type="http://schemas.openxmlformats.org/officeDocument/2006/relationships/image" Target="../media/image21.jpeg"/><Relationship Id="rId12" Type="http://schemas.openxmlformats.org/officeDocument/2006/relationships/image" Target="../media/image20.jpe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451.xml"/><Relationship Id="rId63" Type="http://schemas.openxmlformats.org/officeDocument/2006/relationships/image" Target="../media/image138.png"/><Relationship Id="rId62" Type="http://schemas.openxmlformats.org/officeDocument/2006/relationships/tags" Target="../tags/tag450.xml"/><Relationship Id="rId61" Type="http://schemas.openxmlformats.org/officeDocument/2006/relationships/tags" Target="../tags/tag449.xml"/><Relationship Id="rId60" Type="http://schemas.openxmlformats.org/officeDocument/2006/relationships/image" Target="../media/image81.png"/><Relationship Id="rId6" Type="http://schemas.openxmlformats.org/officeDocument/2006/relationships/image" Target="../media/image12.png"/><Relationship Id="rId59" Type="http://schemas.openxmlformats.org/officeDocument/2006/relationships/image" Target="../media/image80.png"/><Relationship Id="rId58" Type="http://schemas.openxmlformats.org/officeDocument/2006/relationships/image" Target="../media/image79.png"/><Relationship Id="rId57" Type="http://schemas.openxmlformats.org/officeDocument/2006/relationships/image" Target="../media/image137.png"/><Relationship Id="rId56" Type="http://schemas.openxmlformats.org/officeDocument/2006/relationships/image" Target="../media/image78.png"/><Relationship Id="rId55" Type="http://schemas.openxmlformats.org/officeDocument/2006/relationships/image" Target="../media/image77.png"/><Relationship Id="rId54" Type="http://schemas.openxmlformats.org/officeDocument/2006/relationships/image" Target="../media/image76.png"/><Relationship Id="rId53" Type="http://schemas.openxmlformats.org/officeDocument/2006/relationships/image" Target="../media/image64.png"/><Relationship Id="rId52" Type="http://schemas.openxmlformats.org/officeDocument/2006/relationships/image" Target="../media/image66.png"/><Relationship Id="rId51" Type="http://schemas.openxmlformats.org/officeDocument/2006/relationships/image" Target="../media/image63.png"/><Relationship Id="rId50" Type="http://schemas.openxmlformats.org/officeDocument/2006/relationships/image" Target="../media/image136.png"/><Relationship Id="rId5" Type="http://schemas.openxmlformats.org/officeDocument/2006/relationships/image" Target="../media/image8.png"/><Relationship Id="rId49" Type="http://schemas.openxmlformats.org/officeDocument/2006/relationships/image" Target="../media/image61.png"/><Relationship Id="rId48" Type="http://schemas.openxmlformats.org/officeDocument/2006/relationships/image" Target="../media/image60.png"/><Relationship Id="rId47" Type="http://schemas.openxmlformats.org/officeDocument/2006/relationships/image" Target="../media/image135.png"/><Relationship Id="rId46" Type="http://schemas.openxmlformats.org/officeDocument/2006/relationships/image" Target="../media/image134.png"/><Relationship Id="rId45" Type="http://schemas.openxmlformats.org/officeDocument/2006/relationships/image" Target="../media/image43.png"/><Relationship Id="rId44" Type="http://schemas.openxmlformats.org/officeDocument/2006/relationships/image" Target="../media/image42.png"/><Relationship Id="rId43" Type="http://schemas.openxmlformats.org/officeDocument/2006/relationships/image" Target="../media/image41.png"/><Relationship Id="rId42" Type="http://schemas.openxmlformats.org/officeDocument/2006/relationships/image" Target="../media/image40.png"/><Relationship Id="rId41" Type="http://schemas.openxmlformats.org/officeDocument/2006/relationships/image" Target="../media/image32.png"/><Relationship Id="rId40" Type="http://schemas.openxmlformats.org/officeDocument/2006/relationships/image" Target="../media/image39.png"/><Relationship Id="rId4" Type="http://schemas.openxmlformats.org/officeDocument/2006/relationships/image" Target="../media/image4.png"/><Relationship Id="rId39" Type="http://schemas.openxmlformats.org/officeDocument/2006/relationships/image" Target="../media/image133.png"/><Relationship Id="rId38" Type="http://schemas.openxmlformats.org/officeDocument/2006/relationships/image" Target="../media/image29.png"/><Relationship Id="rId37" Type="http://schemas.openxmlformats.org/officeDocument/2006/relationships/tags" Target="../tags/tag448.xml"/><Relationship Id="rId36" Type="http://schemas.openxmlformats.org/officeDocument/2006/relationships/tags" Target="../tags/tag447.xml"/><Relationship Id="rId35" Type="http://schemas.openxmlformats.org/officeDocument/2006/relationships/image" Target="../media/image25.png"/><Relationship Id="rId34" Type="http://schemas.openxmlformats.org/officeDocument/2006/relationships/image" Target="../media/image24.png"/><Relationship Id="rId33" Type="http://schemas.openxmlformats.org/officeDocument/2006/relationships/image" Target="../media/image23.png"/><Relationship Id="rId32" Type="http://schemas.openxmlformats.org/officeDocument/2006/relationships/image" Target="../media/image22.jpeg"/><Relationship Id="rId31" Type="http://schemas.openxmlformats.org/officeDocument/2006/relationships/image" Target="../media/image132.png"/><Relationship Id="rId30" Type="http://schemas.openxmlformats.org/officeDocument/2006/relationships/image" Target="../media/image17.png"/><Relationship Id="rId3" Type="http://schemas.openxmlformats.org/officeDocument/2006/relationships/image" Target="../media/image3.png"/><Relationship Id="rId29" Type="http://schemas.openxmlformats.org/officeDocument/2006/relationships/tags" Target="../tags/tag446.xml"/><Relationship Id="rId28" Type="http://schemas.openxmlformats.org/officeDocument/2006/relationships/tags" Target="../tags/tag445.xml"/><Relationship Id="rId27" Type="http://schemas.openxmlformats.org/officeDocument/2006/relationships/tags" Target="../tags/tag444.xml"/><Relationship Id="rId26" Type="http://schemas.openxmlformats.org/officeDocument/2006/relationships/tags" Target="../tags/tag443.xml"/><Relationship Id="rId25" Type="http://schemas.openxmlformats.org/officeDocument/2006/relationships/tags" Target="../tags/tag442.xml"/><Relationship Id="rId24" Type="http://schemas.openxmlformats.org/officeDocument/2006/relationships/image" Target="../media/image75.png"/><Relationship Id="rId23" Type="http://schemas.openxmlformats.org/officeDocument/2006/relationships/tags" Target="../tags/tag441.xml"/><Relationship Id="rId22" Type="http://schemas.openxmlformats.org/officeDocument/2006/relationships/tags" Target="../tags/tag440.xml"/><Relationship Id="rId21" Type="http://schemas.openxmlformats.org/officeDocument/2006/relationships/image" Target="../media/image13.png"/><Relationship Id="rId20" Type="http://schemas.openxmlformats.org/officeDocument/2006/relationships/tags" Target="../tags/tag439.xml"/><Relationship Id="rId2" Type="http://schemas.openxmlformats.org/officeDocument/2006/relationships/image" Target="../media/image2.png"/><Relationship Id="rId19" Type="http://schemas.openxmlformats.org/officeDocument/2006/relationships/tags" Target="../tags/tag438.xml"/><Relationship Id="rId18" Type="http://schemas.openxmlformats.org/officeDocument/2006/relationships/tags" Target="../tags/tag437.xml"/><Relationship Id="rId17" Type="http://schemas.openxmlformats.org/officeDocument/2006/relationships/tags" Target="../tags/tag436.xml"/><Relationship Id="rId16" Type="http://schemas.openxmlformats.org/officeDocument/2006/relationships/tags" Target="../tags/tag435.xml"/><Relationship Id="rId15" Type="http://schemas.openxmlformats.org/officeDocument/2006/relationships/tags" Target="../tags/tag434.xml"/><Relationship Id="rId14" Type="http://schemas.openxmlformats.org/officeDocument/2006/relationships/image" Target="../media/image21.jpeg"/><Relationship Id="rId13" Type="http://schemas.openxmlformats.org/officeDocument/2006/relationships/image" Target="../media/image20.jpe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131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5" Type="http://schemas.openxmlformats.org/officeDocument/2006/relationships/slideLayout" Target="../slideLayouts/slideLayout1.xml"/><Relationship Id="rId64" Type="http://schemas.openxmlformats.org/officeDocument/2006/relationships/tags" Target="../tags/tag469.xml"/><Relationship Id="rId63" Type="http://schemas.openxmlformats.org/officeDocument/2006/relationships/image" Target="../media/image138.png"/><Relationship Id="rId62" Type="http://schemas.openxmlformats.org/officeDocument/2006/relationships/tags" Target="../tags/tag468.xml"/><Relationship Id="rId61" Type="http://schemas.openxmlformats.org/officeDocument/2006/relationships/tags" Target="../tags/tag467.xml"/><Relationship Id="rId60" Type="http://schemas.openxmlformats.org/officeDocument/2006/relationships/image" Target="../media/image81.png"/><Relationship Id="rId6" Type="http://schemas.openxmlformats.org/officeDocument/2006/relationships/image" Target="../media/image12.png"/><Relationship Id="rId59" Type="http://schemas.openxmlformats.org/officeDocument/2006/relationships/image" Target="../media/image80.png"/><Relationship Id="rId58" Type="http://schemas.openxmlformats.org/officeDocument/2006/relationships/image" Target="../media/image79.png"/><Relationship Id="rId57" Type="http://schemas.openxmlformats.org/officeDocument/2006/relationships/image" Target="../media/image140.png"/><Relationship Id="rId56" Type="http://schemas.openxmlformats.org/officeDocument/2006/relationships/image" Target="../media/image78.png"/><Relationship Id="rId55" Type="http://schemas.openxmlformats.org/officeDocument/2006/relationships/image" Target="../media/image77.png"/><Relationship Id="rId54" Type="http://schemas.openxmlformats.org/officeDocument/2006/relationships/image" Target="../media/image76.png"/><Relationship Id="rId53" Type="http://schemas.openxmlformats.org/officeDocument/2006/relationships/image" Target="../media/image64.png"/><Relationship Id="rId52" Type="http://schemas.openxmlformats.org/officeDocument/2006/relationships/image" Target="../media/image66.png"/><Relationship Id="rId51" Type="http://schemas.openxmlformats.org/officeDocument/2006/relationships/image" Target="../media/image63.png"/><Relationship Id="rId50" Type="http://schemas.openxmlformats.org/officeDocument/2006/relationships/image" Target="../media/image136.png"/><Relationship Id="rId5" Type="http://schemas.openxmlformats.org/officeDocument/2006/relationships/image" Target="../media/image8.png"/><Relationship Id="rId49" Type="http://schemas.openxmlformats.org/officeDocument/2006/relationships/image" Target="../media/image61.png"/><Relationship Id="rId48" Type="http://schemas.openxmlformats.org/officeDocument/2006/relationships/image" Target="../media/image60.png"/><Relationship Id="rId47" Type="http://schemas.openxmlformats.org/officeDocument/2006/relationships/image" Target="../media/image135.png"/><Relationship Id="rId46" Type="http://schemas.openxmlformats.org/officeDocument/2006/relationships/image" Target="../media/image134.png"/><Relationship Id="rId45" Type="http://schemas.openxmlformats.org/officeDocument/2006/relationships/image" Target="../media/image43.png"/><Relationship Id="rId44" Type="http://schemas.openxmlformats.org/officeDocument/2006/relationships/image" Target="../media/image42.png"/><Relationship Id="rId43" Type="http://schemas.openxmlformats.org/officeDocument/2006/relationships/image" Target="../media/image41.png"/><Relationship Id="rId42" Type="http://schemas.openxmlformats.org/officeDocument/2006/relationships/image" Target="../media/image40.png"/><Relationship Id="rId41" Type="http://schemas.openxmlformats.org/officeDocument/2006/relationships/image" Target="../media/image32.png"/><Relationship Id="rId40" Type="http://schemas.openxmlformats.org/officeDocument/2006/relationships/image" Target="../media/image39.png"/><Relationship Id="rId4" Type="http://schemas.openxmlformats.org/officeDocument/2006/relationships/image" Target="../media/image4.png"/><Relationship Id="rId39" Type="http://schemas.openxmlformats.org/officeDocument/2006/relationships/image" Target="../media/image139.png"/><Relationship Id="rId38" Type="http://schemas.openxmlformats.org/officeDocument/2006/relationships/image" Target="../media/image29.png"/><Relationship Id="rId37" Type="http://schemas.openxmlformats.org/officeDocument/2006/relationships/tags" Target="../tags/tag466.xml"/><Relationship Id="rId36" Type="http://schemas.openxmlformats.org/officeDocument/2006/relationships/tags" Target="../tags/tag465.xml"/><Relationship Id="rId35" Type="http://schemas.openxmlformats.org/officeDocument/2006/relationships/image" Target="../media/image25.png"/><Relationship Id="rId34" Type="http://schemas.openxmlformats.org/officeDocument/2006/relationships/image" Target="../media/image24.png"/><Relationship Id="rId33" Type="http://schemas.openxmlformats.org/officeDocument/2006/relationships/image" Target="../media/image23.png"/><Relationship Id="rId32" Type="http://schemas.openxmlformats.org/officeDocument/2006/relationships/image" Target="../media/image22.jpeg"/><Relationship Id="rId31" Type="http://schemas.openxmlformats.org/officeDocument/2006/relationships/image" Target="../media/image132.png"/><Relationship Id="rId30" Type="http://schemas.openxmlformats.org/officeDocument/2006/relationships/image" Target="../media/image17.png"/><Relationship Id="rId3" Type="http://schemas.openxmlformats.org/officeDocument/2006/relationships/image" Target="../media/image3.png"/><Relationship Id="rId29" Type="http://schemas.openxmlformats.org/officeDocument/2006/relationships/tags" Target="../tags/tag464.xml"/><Relationship Id="rId28" Type="http://schemas.openxmlformats.org/officeDocument/2006/relationships/tags" Target="../tags/tag463.xml"/><Relationship Id="rId27" Type="http://schemas.openxmlformats.org/officeDocument/2006/relationships/tags" Target="../tags/tag462.xml"/><Relationship Id="rId26" Type="http://schemas.openxmlformats.org/officeDocument/2006/relationships/tags" Target="../tags/tag461.xml"/><Relationship Id="rId25" Type="http://schemas.openxmlformats.org/officeDocument/2006/relationships/tags" Target="../tags/tag460.xml"/><Relationship Id="rId24" Type="http://schemas.openxmlformats.org/officeDocument/2006/relationships/image" Target="../media/image75.png"/><Relationship Id="rId23" Type="http://schemas.openxmlformats.org/officeDocument/2006/relationships/tags" Target="../tags/tag459.xml"/><Relationship Id="rId22" Type="http://schemas.openxmlformats.org/officeDocument/2006/relationships/tags" Target="../tags/tag458.xml"/><Relationship Id="rId21" Type="http://schemas.openxmlformats.org/officeDocument/2006/relationships/image" Target="../media/image13.png"/><Relationship Id="rId20" Type="http://schemas.openxmlformats.org/officeDocument/2006/relationships/tags" Target="../tags/tag457.xml"/><Relationship Id="rId2" Type="http://schemas.openxmlformats.org/officeDocument/2006/relationships/image" Target="../media/image2.png"/><Relationship Id="rId19" Type="http://schemas.openxmlformats.org/officeDocument/2006/relationships/tags" Target="../tags/tag456.xml"/><Relationship Id="rId18" Type="http://schemas.openxmlformats.org/officeDocument/2006/relationships/tags" Target="../tags/tag455.xml"/><Relationship Id="rId17" Type="http://schemas.openxmlformats.org/officeDocument/2006/relationships/tags" Target="../tags/tag454.xml"/><Relationship Id="rId16" Type="http://schemas.openxmlformats.org/officeDocument/2006/relationships/tags" Target="../tags/tag453.xml"/><Relationship Id="rId15" Type="http://schemas.openxmlformats.org/officeDocument/2006/relationships/tags" Target="../tags/tag452.xml"/><Relationship Id="rId14" Type="http://schemas.openxmlformats.org/officeDocument/2006/relationships/image" Target="../media/image21.jpeg"/><Relationship Id="rId13" Type="http://schemas.openxmlformats.org/officeDocument/2006/relationships/image" Target="../media/image20.jpeg"/><Relationship Id="rId12" Type="http://schemas.openxmlformats.org/officeDocument/2006/relationships/image" Target="../media/image27.png"/><Relationship Id="rId11" Type="http://schemas.openxmlformats.org/officeDocument/2006/relationships/image" Target="../media/image26.png"/><Relationship Id="rId10" Type="http://schemas.openxmlformats.org/officeDocument/2006/relationships/image" Target="../media/image131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19.png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482.xml"/><Relationship Id="rId4" Type="http://schemas.openxmlformats.org/officeDocument/2006/relationships/image" Target="../media/image4.png"/><Relationship Id="rId39" Type="http://schemas.openxmlformats.org/officeDocument/2006/relationships/image" Target="../media/image149.png"/><Relationship Id="rId38" Type="http://schemas.openxmlformats.org/officeDocument/2006/relationships/image" Target="../media/image148.png"/><Relationship Id="rId37" Type="http://schemas.openxmlformats.org/officeDocument/2006/relationships/image" Target="../media/image147.png"/><Relationship Id="rId36" Type="http://schemas.openxmlformats.org/officeDocument/2006/relationships/image" Target="../media/image146.png"/><Relationship Id="rId35" Type="http://schemas.openxmlformats.org/officeDocument/2006/relationships/image" Target="../media/image145.png"/><Relationship Id="rId34" Type="http://schemas.openxmlformats.org/officeDocument/2006/relationships/image" Target="../media/image144.png"/><Relationship Id="rId33" Type="http://schemas.openxmlformats.org/officeDocument/2006/relationships/image" Target="../media/image143.png"/><Relationship Id="rId32" Type="http://schemas.openxmlformats.org/officeDocument/2006/relationships/image" Target="../media/image29.png"/><Relationship Id="rId31" Type="http://schemas.openxmlformats.org/officeDocument/2006/relationships/image" Target="../media/image22.jpeg"/><Relationship Id="rId30" Type="http://schemas.openxmlformats.org/officeDocument/2006/relationships/image" Target="../media/image142.png"/><Relationship Id="rId3" Type="http://schemas.openxmlformats.org/officeDocument/2006/relationships/image" Target="../media/image3.png"/><Relationship Id="rId29" Type="http://schemas.openxmlformats.org/officeDocument/2006/relationships/image" Target="../media/image17.png"/><Relationship Id="rId28" Type="http://schemas.openxmlformats.org/officeDocument/2006/relationships/tags" Target="../tags/tag481.xml"/><Relationship Id="rId27" Type="http://schemas.openxmlformats.org/officeDocument/2006/relationships/tags" Target="../tags/tag480.xml"/><Relationship Id="rId26" Type="http://schemas.openxmlformats.org/officeDocument/2006/relationships/tags" Target="../tags/tag479.xml"/><Relationship Id="rId25" Type="http://schemas.openxmlformats.org/officeDocument/2006/relationships/image" Target="../media/image141.png"/><Relationship Id="rId24" Type="http://schemas.openxmlformats.org/officeDocument/2006/relationships/tags" Target="../tags/tag478.xml"/><Relationship Id="rId23" Type="http://schemas.openxmlformats.org/officeDocument/2006/relationships/tags" Target="../tags/tag477.xml"/><Relationship Id="rId22" Type="http://schemas.openxmlformats.org/officeDocument/2006/relationships/image" Target="../media/image13.png"/><Relationship Id="rId21" Type="http://schemas.openxmlformats.org/officeDocument/2006/relationships/tags" Target="../tags/tag476.xml"/><Relationship Id="rId20" Type="http://schemas.openxmlformats.org/officeDocument/2006/relationships/tags" Target="../tags/tag475.xml"/><Relationship Id="rId2" Type="http://schemas.openxmlformats.org/officeDocument/2006/relationships/image" Target="../media/image2.png"/><Relationship Id="rId19" Type="http://schemas.openxmlformats.org/officeDocument/2006/relationships/tags" Target="../tags/tag474.xml"/><Relationship Id="rId18" Type="http://schemas.openxmlformats.org/officeDocument/2006/relationships/tags" Target="../tags/tag473.xml"/><Relationship Id="rId17" Type="http://schemas.openxmlformats.org/officeDocument/2006/relationships/tags" Target="../tags/tag472.xml"/><Relationship Id="rId16" Type="http://schemas.openxmlformats.org/officeDocument/2006/relationships/tags" Target="../tags/tag471.xml"/><Relationship Id="rId15" Type="http://schemas.openxmlformats.org/officeDocument/2006/relationships/image" Target="../media/image21.jpeg"/><Relationship Id="rId14" Type="http://schemas.openxmlformats.org/officeDocument/2006/relationships/image" Target="../media/image20.jpeg"/><Relationship Id="rId13" Type="http://schemas.openxmlformats.org/officeDocument/2006/relationships/image" Target="../media/image81.png"/><Relationship Id="rId12" Type="http://schemas.openxmlformats.org/officeDocument/2006/relationships/image" Target="../media/image80.png"/><Relationship Id="rId11" Type="http://schemas.openxmlformats.org/officeDocument/2006/relationships/image" Target="../media/image79.png"/><Relationship Id="rId10" Type="http://schemas.openxmlformats.org/officeDocument/2006/relationships/tags" Target="../tags/tag47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/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7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/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/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/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/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9129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912995" y="487362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5895023" y="281622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/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/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/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/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/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/>
        </p:nvPicPr>
        <p:blipFill>
          <a:blip r:embed="rId5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/>
        </p:nvPicPr>
        <p:blipFill>
          <a:blip r:embed="rId6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/>
        </p:nvPicPr>
        <p:blipFill>
          <a:blip r:embed="rId7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/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/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/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/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7605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4760595" y="489267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5895023" y="281622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/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/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/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/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784987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9"/>
          <a:stretch>
            <a:fillRect/>
          </a:stretch>
        </p:blipFill>
        <p:spPr>
          <a:xfrm>
            <a:off x="795464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/>
        </p:nvPicPr>
        <p:blipFill>
          <a:blip r:embed="rId10"/>
          <a:stretch>
            <a:fillRect/>
          </a:stretch>
        </p:blipFill>
        <p:spPr>
          <a:xfrm>
            <a:off x="796607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11"/>
          <a:stretch>
            <a:fillRect/>
          </a:stretch>
        </p:blipFill>
        <p:spPr>
          <a:xfrm>
            <a:off x="795464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 rot="5400000">
            <a:off x="857885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12700" cmpd="sng">
            <a:solidFill>
              <a:srgbClr val="2A6B99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1" name="立方体 30"/>
          <p:cNvSpPr/>
          <p:nvPr>
            <p:custDataLst>
              <p:tags r:id="rId17"/>
            </p:custDataLst>
          </p:nvPr>
        </p:nvSpPr>
        <p:spPr>
          <a:xfrm>
            <a:off x="5201285" y="1569085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立方体 31"/>
          <p:cNvSpPr/>
          <p:nvPr>
            <p:custDataLst>
              <p:tags r:id="rId18"/>
            </p:custDataLst>
          </p:nvPr>
        </p:nvSpPr>
        <p:spPr>
          <a:xfrm>
            <a:off x="5201285" y="391922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9"/>
            </p:custDataLst>
          </p:nvPr>
        </p:nvSpPr>
        <p:spPr>
          <a:xfrm rot="16200000">
            <a:off x="5902325" y="2444115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20"/>
            </p:custDataLst>
          </p:nvPr>
        </p:nvSpPr>
        <p:spPr>
          <a:xfrm>
            <a:off x="4760595" y="1041400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Class Token</a:t>
            </a:r>
            <a:endParaRPr lang="en-US" altLang="zh-CN"/>
          </a:p>
        </p:txBody>
      </p:sp>
      <p:sp>
        <p:nvSpPr>
          <p:cNvPr id="42" name="文本框 41"/>
          <p:cNvSpPr txBox="1"/>
          <p:nvPr>
            <p:custDataLst>
              <p:tags r:id="rId21"/>
            </p:custDataLst>
          </p:nvPr>
        </p:nvSpPr>
        <p:spPr>
          <a:xfrm>
            <a:off x="4760595" y="4892675"/>
            <a:ext cx="1664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Patch Token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5851843" y="28460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7" name="肘形连接符 46"/>
          <p:cNvCxnSpPr>
            <a:stCxn id="12" idx="2"/>
            <a:endCxn id="31" idx="2"/>
          </p:cNvCxnSpPr>
          <p:nvPr>
            <p:custDataLst>
              <p:tags r:id="rId23"/>
            </p:custDataLst>
          </p:nvPr>
        </p:nvCxnSpPr>
        <p:spPr>
          <a:xfrm flipV="1">
            <a:off x="4865370" y="2029460"/>
            <a:ext cx="335915" cy="1172845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4"/>
            </p:custDataLst>
          </p:nvPr>
        </p:nvCxnSpPr>
        <p:spPr>
          <a:xfrm>
            <a:off x="4865370" y="3202305"/>
            <a:ext cx="335915" cy="1177290"/>
          </a:xfrm>
          <a:prstGeom prst="bentConnector3">
            <a:avLst>
              <a:gd name="adj1" fmla="val 50095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9" name="肘形连接符 48"/>
          <p:cNvCxnSpPr>
            <a:stCxn id="31" idx="4"/>
            <a:endCxn id="40" idx="0"/>
          </p:cNvCxnSpPr>
          <p:nvPr>
            <p:custDataLst>
              <p:tags r:id="rId25"/>
            </p:custDataLst>
          </p:nvPr>
        </p:nvCxnSpPr>
        <p:spPr>
          <a:xfrm>
            <a:off x="5469890" y="2029460"/>
            <a:ext cx="425450" cy="1223645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6"/>
            </p:custDataLst>
          </p:nvPr>
        </p:nvCxnSpPr>
        <p:spPr>
          <a:xfrm flipV="1">
            <a:off x="5469890" y="3253105"/>
            <a:ext cx="425450" cy="1126490"/>
          </a:xfrm>
          <a:prstGeom prst="bentConnector3">
            <a:avLst>
              <a:gd name="adj1" fmla="val 60597"/>
            </a:avLst>
          </a:prstGeom>
          <a:ln>
            <a:solidFill>
              <a:srgbClr val="2C6B9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7"/>
            </p:custDataLst>
          </p:nvPr>
        </p:nvSpPr>
        <p:spPr>
          <a:xfrm>
            <a:off x="784987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95464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96607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795464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4"/>
            </p:custDataLst>
          </p:nvPr>
        </p:nvSpPr>
        <p:spPr>
          <a:xfrm rot="5400000">
            <a:off x="857885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5"/>
            </p:custDataLst>
          </p:nvPr>
        </p:nvCxnSpPr>
        <p:spPr>
          <a:xfrm flipV="1">
            <a:off x="7513955" y="3253105"/>
            <a:ext cx="32639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6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</p:spTree>
    <p:custDataLst>
      <p:tags r:id="rId37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672590" y="80264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672590" y="43726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672590" y="254190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7"/>
            </p:custDataLst>
          </p:nvPr>
        </p:nvSpPr>
        <p:spPr>
          <a:xfrm>
            <a:off x="5201285" y="274066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8"/>
            </p:custDataLst>
          </p:nvPr>
        </p:nvSpPr>
        <p:spPr>
          <a:xfrm rot="16200000">
            <a:off x="5890895" y="23926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9">
            <a:alphaModFix amt="60000"/>
          </a:blip>
          <a:stretch>
            <a:fillRect/>
          </a:stretch>
        </p:blipFill>
        <p:spPr>
          <a:xfrm>
            <a:off x="6152515" y="273558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4802505" y="362966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5832158" y="279654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2"/>
            </p:custDataLst>
          </p:nvPr>
        </p:nvCxnSpPr>
        <p:spPr>
          <a:xfrm flipV="1">
            <a:off x="4865370" y="320103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3"/>
            </p:custDataLst>
          </p:nvPr>
        </p:nvCxnSpPr>
        <p:spPr>
          <a:xfrm>
            <a:off x="5469890" y="320103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4"/>
            </p:custDataLst>
          </p:nvPr>
        </p:nvSpPr>
        <p:spPr>
          <a:xfrm>
            <a:off x="783844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94321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95464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94321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1"/>
            </p:custDataLst>
          </p:nvPr>
        </p:nvSpPr>
        <p:spPr>
          <a:xfrm rot="5400000">
            <a:off x="856742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2"/>
            </p:custDataLst>
          </p:nvPr>
        </p:nvCxnSpPr>
        <p:spPr>
          <a:xfrm flipV="1">
            <a:off x="7502525" y="320103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3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1980565"/>
            <a:ext cx="880110" cy="29921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圆角矩形 23"/>
              <p:cNvSpPr/>
              <p:nvPr/>
            </p:nvSpPr>
            <p:spPr>
              <a:xfrm>
                <a:off x="10476230" y="3745230"/>
                <a:ext cx="669290" cy="450850"/>
              </a:xfrm>
              <a:prstGeom prst="roundRect">
                <a:avLst/>
              </a:prstGeom>
              <a:solidFill>
                <a:srgbClr val="2E71A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4" name="圆角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30" y="3745230"/>
                <a:ext cx="669290" cy="450850"/>
              </a:xfrm>
              <a:prstGeom prst="roundRect">
                <a:avLst/>
              </a:prstGeom>
              <a:blipFill rotWithShape="1">
                <a:blip r:embed="rId34"/>
                <a:stretch>
                  <a:fillRect l="-949" t="-1408" r="-949" b="-1408"/>
                </a:stretch>
              </a:blip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肘形连接符 27"/>
          <p:cNvCxnSpPr/>
          <p:nvPr/>
        </p:nvCxnSpPr>
        <p:spPr>
          <a:xfrm rot="16200000">
            <a:off x="7726998" y="-320992"/>
            <a:ext cx="760095" cy="5363210"/>
          </a:xfrm>
          <a:prstGeom prst="bentConnector3">
            <a:avLst>
              <a:gd name="adj1" fmla="val 28162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10078085" y="335407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636885" y="212979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1" name="文本框 50"/>
          <p:cNvSpPr txBox="1"/>
          <p:nvPr/>
        </p:nvSpPr>
        <p:spPr>
          <a:xfrm>
            <a:off x="10332085" y="2977515"/>
            <a:ext cx="2021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F:patch </a:t>
            </a:r>
            <a:endParaRPr lang="en-US" altLang="zh-CN"/>
          </a:p>
          <a:p>
            <a:r>
              <a:rPr lang="en-US" altLang="zh-CN"/>
              <a:t>feature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10324465" y="4214495"/>
            <a:ext cx="1220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initial support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2214880" y="347345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Inputs</a:t>
            </a:r>
            <a:endParaRPr lang="en-US" altLang="zh-CN"/>
          </a:p>
        </p:txBody>
      </p:sp>
    </p:spTree>
    <p:custDataLst>
      <p:tags r:id="rId3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2" name="组合 41"/>
          <p:cNvGrpSpPr/>
          <p:nvPr/>
        </p:nvGrpSpPr>
        <p:grpSpPr>
          <a:xfrm>
            <a:off x="3823970" y="1900555"/>
            <a:ext cx="982980" cy="1018540"/>
            <a:chOff x="6022" y="2993"/>
            <a:chExt cx="1548" cy="1604"/>
          </a:xfrm>
        </p:grpSpPr>
        <p:sp>
          <p:nvSpPr>
            <p:cNvPr id="25" name="矩形 24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04560" y="347345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809307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823658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08710" y="1104265"/>
            <a:ext cx="18611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698240" y="1163955"/>
            <a:ext cx="18611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160905" y="1157605"/>
            <a:ext cx="1861185" cy="1476375"/>
          </a:xfrm>
          <a:prstGeom prst="rect">
            <a:avLst/>
          </a:prstGeom>
        </p:spPr>
      </p:pic>
      <p:sp>
        <p:nvSpPr>
          <p:cNvPr id="19" name="矩形 18"/>
          <p:cNvSpPr/>
          <p:nvPr>
            <p:custDataLst>
              <p:tags r:id="rId13"/>
            </p:custDataLst>
          </p:nvPr>
        </p:nvSpPr>
        <p:spPr>
          <a:xfrm>
            <a:off x="995680" y="838835"/>
            <a:ext cx="649668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4"/>
            </p:custDataLst>
          </p:nvPr>
        </p:nvCxnSpPr>
        <p:spPr>
          <a:xfrm flipV="1">
            <a:off x="3686175" y="851408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5"/>
          <a:stretch>
            <a:fillRect/>
          </a:stretch>
        </p:blipFill>
        <p:spPr>
          <a:xfrm>
            <a:off x="1300480" y="-627253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6"/>
            </p:custDataLst>
          </p:nvPr>
        </p:nvSpPr>
        <p:spPr>
          <a:xfrm>
            <a:off x="5201285" y="805307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5890895" y="770509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6152515" y="804799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19"/>
            </p:custDataLst>
          </p:nvPr>
        </p:nvSpPr>
        <p:spPr>
          <a:xfrm>
            <a:off x="4802505" y="894207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5832158" y="810895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1"/>
            </p:custDataLst>
          </p:nvPr>
        </p:nvCxnSpPr>
        <p:spPr>
          <a:xfrm flipV="1">
            <a:off x="4865370" y="851344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2"/>
            </p:custDataLst>
          </p:nvPr>
        </p:nvCxnSpPr>
        <p:spPr>
          <a:xfrm>
            <a:off x="5469890" y="851344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3"/>
            </p:custDataLst>
          </p:nvPr>
        </p:nvSpPr>
        <p:spPr>
          <a:xfrm>
            <a:off x="7838440" y="602805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7943215" y="611505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954645" y="785431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943215" y="969200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0"/>
            </p:custDataLst>
          </p:nvPr>
        </p:nvSpPr>
        <p:spPr>
          <a:xfrm rot="5400000">
            <a:off x="8567420" y="944816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1"/>
            </p:custDataLst>
          </p:nvPr>
        </p:nvCxnSpPr>
        <p:spPr>
          <a:xfrm flipV="1">
            <a:off x="7502525" y="851344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2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7292975"/>
            <a:ext cx="880110" cy="29921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圆角矩形 23"/>
              <p:cNvSpPr/>
              <p:nvPr/>
            </p:nvSpPr>
            <p:spPr>
              <a:xfrm>
                <a:off x="10476230" y="9057640"/>
                <a:ext cx="669290" cy="450850"/>
              </a:xfrm>
              <a:prstGeom prst="roundRect">
                <a:avLst/>
              </a:prstGeom>
              <a:solidFill>
                <a:srgbClr val="2E71A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  <a:sym typeface="+mn-ea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24" name="圆角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6230" y="9057640"/>
                <a:ext cx="669290" cy="450850"/>
              </a:xfrm>
              <a:prstGeom prst="roundRect">
                <a:avLst/>
              </a:prstGeom>
              <a:blipFill rotWithShape="1">
                <a:blip r:embed="rId33"/>
                <a:stretch>
                  <a:fillRect l="-949" t="-1408" r="-949" b="-1408"/>
                </a:stretch>
              </a:blip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肘形连接符 27"/>
          <p:cNvCxnSpPr/>
          <p:nvPr/>
        </p:nvCxnSpPr>
        <p:spPr>
          <a:xfrm rot="16200000">
            <a:off x="7726998" y="4991418"/>
            <a:ext cx="760095" cy="5363210"/>
          </a:xfrm>
          <a:prstGeom prst="bentConnector3">
            <a:avLst>
              <a:gd name="adj1" fmla="val 28162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10078085" y="866648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636885" y="744220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51" name="文本框 50"/>
          <p:cNvSpPr txBox="1"/>
          <p:nvPr/>
        </p:nvSpPr>
        <p:spPr>
          <a:xfrm>
            <a:off x="10332085" y="8289925"/>
            <a:ext cx="20212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F:patch </a:t>
            </a:r>
            <a:endParaRPr lang="en-US" altLang="zh-CN"/>
          </a:p>
          <a:p>
            <a:r>
              <a:rPr lang="en-US" altLang="zh-CN"/>
              <a:t>feature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10324465" y="9526905"/>
            <a:ext cx="12204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initial support</a:t>
            </a:r>
            <a:endParaRPr lang="en-US" altLang="zh-CN"/>
          </a:p>
        </p:txBody>
      </p:sp>
      <p:sp>
        <p:nvSpPr>
          <p:cNvPr id="53" name="文本框 52"/>
          <p:cNvSpPr txBox="1"/>
          <p:nvPr/>
        </p:nvSpPr>
        <p:spPr>
          <a:xfrm>
            <a:off x="4173855" y="4796155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Inputs</a:t>
            </a:r>
            <a:endParaRPr lang="en-US" altLang="zh-CN"/>
          </a:p>
        </p:txBody>
      </p:sp>
      <p:sp>
        <p:nvSpPr>
          <p:cNvPr id="25" name="文本框 24"/>
          <p:cNvSpPr txBox="1"/>
          <p:nvPr/>
        </p:nvSpPr>
        <p:spPr>
          <a:xfrm>
            <a:off x="5153025" y="1504950"/>
            <a:ext cx="8312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...</a:t>
            </a:r>
            <a:endParaRPr lang="en-US" altLang="zh-CN" sz="2800"/>
          </a:p>
        </p:txBody>
      </p:sp>
    </p:spTree>
    <p:custDataLst>
      <p:tags r:id="rId3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3641090" y="278066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981450" y="292417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sym typeface="+mn-ea"/>
              </a:rPr>
              <a:t>Encoder</a:t>
            </a:r>
            <a:endParaRPr lang="en-US" altLang="zh-CN" sz="1600">
              <a:sym typeface="+mn-ea"/>
            </a:endParaRPr>
          </a:p>
          <a:p>
            <a:r>
              <a:rPr lang="en-US" altLang="zh-CN" sz="1600">
                <a:sym typeface="+mn-ea"/>
              </a:rPr>
              <a:t>  (</a:t>
            </a:r>
            <a:r>
              <a:rPr lang="en-US" altLang="zh-CN" sz="1600"/>
              <a:t>ViT)</a:t>
            </a:r>
            <a:endParaRPr lang="en-US" altLang="zh-CN" sz="1600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534410" y="977265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68630" y="112141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337945" y="977900"/>
            <a:ext cx="2013585" cy="14966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2219325" y="412623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155702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3686175" y="320167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32" name="立方体 31"/>
          <p:cNvSpPr/>
          <p:nvPr>
            <p:custDataLst>
              <p:tags r:id="rId17"/>
            </p:custDataLst>
          </p:nvPr>
        </p:nvSpPr>
        <p:spPr>
          <a:xfrm>
            <a:off x="5201285" y="2740660"/>
            <a:ext cx="358140" cy="831215"/>
          </a:xfrm>
          <a:prstGeom prst="cube">
            <a:avLst/>
          </a:prstGeom>
          <a:solidFill>
            <a:srgbClr val="DBDBD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流程图: 手动操作 39"/>
          <p:cNvSpPr/>
          <p:nvPr>
            <p:custDataLst>
              <p:tags r:id="rId18"/>
            </p:custDataLst>
          </p:nvPr>
        </p:nvSpPr>
        <p:spPr>
          <a:xfrm rot="16200000">
            <a:off x="5890895" y="23926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9">
            <a:alphaModFix amt="60000"/>
          </a:blip>
          <a:stretch>
            <a:fillRect/>
          </a:stretch>
        </p:blipFill>
        <p:spPr>
          <a:xfrm>
            <a:off x="6152515" y="2735580"/>
            <a:ext cx="1055370" cy="97536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20"/>
            </p:custDataLst>
          </p:nvPr>
        </p:nvSpPr>
        <p:spPr>
          <a:xfrm>
            <a:off x="4802505" y="3629660"/>
            <a:ext cx="11785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Patch </a:t>
            </a:r>
            <a:endParaRPr lang="en-US" altLang="zh-CN"/>
          </a:p>
          <a:p>
            <a:r>
              <a:rPr lang="en-US" altLang="zh-CN"/>
              <a:t>Features</a:t>
            </a:r>
            <a:endParaRPr lang="en-US" altLang="zh-CN"/>
          </a:p>
        </p:txBody>
      </p:sp>
      <p:sp>
        <p:nvSpPr>
          <p:cNvPr id="43" name="文本框 42"/>
          <p:cNvSpPr txBox="1"/>
          <p:nvPr>
            <p:custDataLst>
              <p:tags r:id="rId21"/>
            </p:custDataLst>
          </p:nvPr>
        </p:nvSpPr>
        <p:spPr>
          <a:xfrm>
            <a:off x="5832158" y="279654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/>
              <a:t>    Patch-level</a:t>
            </a:r>
            <a:endParaRPr lang="en-US" altLang="zh-CN" sz="1600"/>
          </a:p>
          <a:p>
            <a:r>
              <a:rPr lang="en-US" altLang="zh-CN" sz="1600"/>
              <a:t>Correspondence/</a:t>
            </a:r>
            <a:endParaRPr lang="en-US" altLang="zh-CN" sz="1600"/>
          </a:p>
          <a:p>
            <a:r>
              <a:rPr lang="en-US" altLang="zh-CN" sz="1600"/>
              <a:t> Cross-attention</a:t>
            </a:r>
            <a:endParaRPr lang="en-US" altLang="zh-CN" sz="1600"/>
          </a:p>
        </p:txBody>
      </p:sp>
      <p:cxnSp>
        <p:nvCxnSpPr>
          <p:cNvPr id="48" name="肘形连接符 47"/>
          <p:cNvCxnSpPr>
            <a:stCxn id="12" idx="2"/>
            <a:endCxn id="32" idx="2"/>
          </p:cNvCxnSpPr>
          <p:nvPr>
            <p:custDataLst>
              <p:tags r:id="rId22"/>
            </p:custDataLst>
          </p:nvPr>
        </p:nvCxnSpPr>
        <p:spPr>
          <a:xfrm flipV="1">
            <a:off x="4865370" y="320103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32" idx="4"/>
            <a:endCxn id="40" idx="0"/>
          </p:cNvCxnSpPr>
          <p:nvPr>
            <p:custDataLst>
              <p:tags r:id="rId23"/>
            </p:custDataLst>
          </p:nvPr>
        </p:nvCxnSpPr>
        <p:spPr>
          <a:xfrm>
            <a:off x="5469890" y="3201035"/>
            <a:ext cx="414020" cy="635"/>
          </a:xfrm>
          <a:prstGeom prst="bentConnector3">
            <a:avLst>
              <a:gd name="adj1" fmla="val 6089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4"/>
            </p:custDataLst>
          </p:nvPr>
        </p:nvSpPr>
        <p:spPr>
          <a:xfrm>
            <a:off x="7838440" y="715645"/>
            <a:ext cx="2239645" cy="52762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943215" y="80264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7954645" y="254190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7943215" y="437959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1"/>
            </p:custDataLst>
          </p:nvPr>
        </p:nvSpPr>
        <p:spPr>
          <a:xfrm rot="5400000">
            <a:off x="8567420" y="413575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2"/>
            </p:custDataLst>
          </p:nvPr>
        </p:nvCxnSpPr>
        <p:spPr>
          <a:xfrm flipV="1">
            <a:off x="7502525" y="320103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3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348595" y="2094865"/>
            <a:ext cx="1616075" cy="251714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  <p:custDataLst>
      <p:tags r:id="rId3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610870" y="-5264785"/>
            <a:ext cx="9753600" cy="531495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855345" y="925195"/>
            <a:ext cx="4785360" cy="3020695"/>
          </a:xfrm>
          <a:prstGeom prst="rect">
            <a:avLst/>
          </a:prstGeom>
        </p:spPr>
      </p:pic>
      <p:pic>
        <p:nvPicPr>
          <p:cNvPr id="15" name="图片 14"/>
          <p:cNvPicPr/>
          <p:nvPr/>
        </p:nvPicPr>
        <p:blipFill>
          <a:blip r:embed="rId8"/>
          <a:stretch>
            <a:fillRect/>
          </a:stretch>
        </p:blipFill>
        <p:spPr>
          <a:xfrm>
            <a:off x="610870" y="-6087110"/>
            <a:ext cx="10443210" cy="569087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5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pic>
        <p:nvPicPr>
          <p:cNvPr id="13" name="图片 12"/>
          <p:cNvPicPr/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924560" y="1101090"/>
            <a:ext cx="2013585" cy="1495425"/>
          </a:xfrm>
          <a:prstGeom prst="rect">
            <a:avLst/>
          </a:prstGeom>
        </p:spPr>
      </p:pic>
      <p:pic>
        <p:nvPicPr>
          <p:cNvPr id="16" name="图片 15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24560" y="4437380"/>
            <a:ext cx="2013585" cy="1510665"/>
          </a:xfrm>
          <a:prstGeom prst="rect">
            <a:avLst/>
          </a:prstGeom>
        </p:spPr>
      </p:pic>
      <p:pic>
        <p:nvPicPr>
          <p:cNvPr id="17" name="图片 16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24560" y="2667635"/>
            <a:ext cx="2013585" cy="132207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 rot="5400000">
            <a:off x="1471295" y="4211320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808990" y="1003300"/>
            <a:ext cx="2239645" cy="509968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5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6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56657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Correspondence/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3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4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5"/>
            </p:custDataLst>
          </p:nvPr>
        </p:nvSpPr>
        <p:spPr>
          <a:xfrm>
            <a:off x="7672070" y="1003300"/>
            <a:ext cx="2239645" cy="510032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7776845" y="1101090"/>
            <a:ext cx="2029460" cy="1495425"/>
          </a:xfrm>
          <a:prstGeom prst="rect">
            <a:avLst/>
          </a:prstGeom>
        </p:spPr>
      </p:pic>
      <p:pic>
        <p:nvPicPr>
          <p:cNvPr id="4" name="图片 3"/>
          <p:cNvPicPr/>
          <p:nvPr>
            <p:custDataLst>
              <p:tags r:id="rId28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7772400" y="2662555"/>
            <a:ext cx="2018030" cy="1321435"/>
          </a:xfrm>
          <a:prstGeom prst="rect">
            <a:avLst/>
          </a:prstGeom>
        </p:spPr>
      </p:pic>
      <p:pic>
        <p:nvPicPr>
          <p:cNvPr id="5" name="图片 4"/>
          <p:cNvPicPr/>
          <p:nvPr>
            <p:custDataLst>
              <p:tags r:id="rId30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7776845" y="4505325"/>
            <a:ext cx="2013585" cy="150368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32"/>
            </p:custDataLst>
          </p:nvPr>
        </p:nvSpPr>
        <p:spPr>
          <a:xfrm rot="5400000">
            <a:off x="8401050" y="4261485"/>
            <a:ext cx="11087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...</a:t>
            </a:r>
            <a:endParaRPr lang="en-US" altLang="zh-CN" sz="3200"/>
          </a:p>
        </p:txBody>
      </p:sp>
      <p:cxnSp>
        <p:nvCxnSpPr>
          <p:cNvPr id="20" name="直接箭头连接符 19"/>
          <p:cNvCxnSpPr>
            <a:stCxn id="40" idx="2"/>
          </p:cNvCxnSpPr>
          <p:nvPr>
            <p:custDataLst>
              <p:tags r:id="rId33"/>
            </p:custDataLst>
          </p:nvPr>
        </p:nvCxnSpPr>
        <p:spPr>
          <a:xfrm flipV="1">
            <a:off x="7336155" y="3326765"/>
            <a:ext cx="326390" cy="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34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9911715" y="3553460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71575" y="66992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3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923925" y="259207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2"/>
          <a:stretch>
            <a:fillRect/>
          </a:stretch>
        </p:blipFill>
        <p:spPr>
          <a:xfrm>
            <a:off x="923925" y="1197610"/>
            <a:ext cx="2014220" cy="1327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7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 rot="5400000">
            <a:off x="1471295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0899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1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2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3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4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56276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19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0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1"/>
            </p:custDataLst>
          </p:nvPr>
        </p:nvSpPr>
        <p:spPr>
          <a:xfrm>
            <a:off x="767207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2"/>
            </p:custDataLst>
          </p:nvPr>
        </p:nvCxnSpPr>
        <p:spPr>
          <a:xfrm>
            <a:off x="7341235" y="332676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23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24" idx="1"/>
          </p:cNvCxnSpPr>
          <p:nvPr/>
        </p:nvCxnSpPr>
        <p:spPr>
          <a:xfrm>
            <a:off x="9911715" y="3406775"/>
            <a:ext cx="398145" cy="616585"/>
          </a:xfrm>
          <a:prstGeom prst="bentConnector3">
            <a:avLst>
              <a:gd name="adj1" fmla="val 5008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10615" y="73088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7"/>
          <a:stretch>
            <a:fillRect/>
          </a:stretch>
        </p:blipFill>
        <p:spPr>
          <a:xfrm>
            <a:off x="924560" y="427736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28"/>
          <a:stretch>
            <a:fillRect/>
          </a:stretch>
        </p:blipFill>
        <p:spPr>
          <a:xfrm>
            <a:off x="7785100" y="1198880"/>
            <a:ext cx="2013585" cy="132651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29"/>
          <a:stretch>
            <a:fillRect/>
          </a:stretch>
        </p:blipFill>
        <p:spPr>
          <a:xfrm>
            <a:off x="7785100" y="2592070"/>
            <a:ext cx="2013585" cy="131699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0"/>
          <a:stretch>
            <a:fillRect/>
          </a:stretch>
        </p:blipFill>
        <p:spPr>
          <a:xfrm>
            <a:off x="7785735" y="4277360"/>
            <a:ext cx="2012950" cy="131635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 rot="5400000">
            <a:off x="8333740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</p:spTree>
    <p:custDataLst>
      <p:tags r:id="rId3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1"/>
          <a:stretch>
            <a:fillRect/>
          </a:stretch>
        </p:blipFill>
        <p:spPr>
          <a:xfrm>
            <a:off x="923925" y="259207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2"/>
          <a:stretch>
            <a:fillRect/>
          </a:stretch>
        </p:blipFill>
        <p:spPr>
          <a:xfrm>
            <a:off x="923925" y="1197610"/>
            <a:ext cx="2014220" cy="13277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7"/>
            </p:custDataLst>
          </p:nvPr>
        </p:nvSpPr>
        <p:spPr>
          <a:xfrm rot="16200000">
            <a:off x="2893060" y="29063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33420" y="304990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 rot="5400000">
            <a:off x="1471295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80899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1"/>
            </p:custDataLst>
          </p:nvPr>
        </p:nvCxnSpPr>
        <p:spPr>
          <a:xfrm flipV="1">
            <a:off x="2938145" y="332740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7" name="图片 26"/>
          <p:cNvPicPr/>
          <p:nvPr/>
        </p:nvPicPr>
        <p:blipFill>
          <a:blip r:embed="rId12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sp>
        <p:nvSpPr>
          <p:cNvPr id="40" name="流程图: 手动操作 39"/>
          <p:cNvSpPr/>
          <p:nvPr>
            <p:custDataLst>
              <p:tags r:id="rId13"/>
            </p:custDataLst>
          </p:nvPr>
        </p:nvSpPr>
        <p:spPr>
          <a:xfrm rot="16200000">
            <a:off x="5724525" y="251841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4">
            <a:alphaModFix amt="60000"/>
          </a:blip>
          <a:stretch>
            <a:fillRect/>
          </a:stretch>
        </p:blipFill>
        <p:spPr>
          <a:xfrm>
            <a:off x="5986145" y="286131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r>
                  <a:rPr lang="en-US" altLang="zh-CN"/>
                  <a:t>  (Patch-token </a:t>
                </a:r>
                <a:endParaRPr lang="en-US" altLang="zh-CN"/>
              </a:p>
              <a:p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6"/>
                </p:custDataLst>
              </p:nvPr>
            </p:nvSpPr>
            <p:spPr>
              <a:xfrm>
                <a:off x="4083685" y="3887470"/>
                <a:ext cx="1798320" cy="922020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18"/>
            </p:custDataLst>
          </p:nvPr>
        </p:nvSpPr>
        <p:spPr>
          <a:xfrm>
            <a:off x="5627688" y="292227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19"/>
            </p:custDataLst>
          </p:nvPr>
        </p:nvCxnSpPr>
        <p:spPr>
          <a:xfrm flipV="1">
            <a:off x="4113530" y="332676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0"/>
            </p:custDataLst>
          </p:nvPr>
        </p:nvCxnSpPr>
        <p:spPr>
          <a:xfrm>
            <a:off x="5424805" y="332930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1"/>
            </p:custDataLst>
          </p:nvPr>
        </p:nvSpPr>
        <p:spPr>
          <a:xfrm>
            <a:off x="7672070" y="110109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2"/>
            </p:custDataLst>
          </p:nvPr>
        </p:nvCxnSpPr>
        <p:spPr>
          <a:xfrm>
            <a:off x="7341235" y="332676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3" name="图片 22"/>
          <p:cNvPicPr/>
          <p:nvPr/>
        </p:nvPicPr>
        <p:blipFill>
          <a:blip r:embed="rId23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10182225" y="21062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7432993" y="-233997"/>
            <a:ext cx="722630" cy="5701665"/>
          </a:xfrm>
          <a:prstGeom prst="bentConnector3">
            <a:avLst>
              <a:gd name="adj1" fmla="val 31564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4" idx="1"/>
          </p:cNvCxnSpPr>
          <p:nvPr/>
        </p:nvCxnSpPr>
        <p:spPr>
          <a:xfrm>
            <a:off x="9911715" y="3406775"/>
            <a:ext cx="384810" cy="807085"/>
          </a:xfrm>
          <a:prstGeom prst="bentConnector3">
            <a:avLst>
              <a:gd name="adj1" fmla="val 5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10480675" y="225552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5715" y="3103245"/>
                <a:ext cx="2021205" cy="645160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995" y="4637405"/>
                <a:ext cx="1296670" cy="92202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1110615" y="73088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>
            <a:off x="4451985" y="2828925"/>
            <a:ext cx="982980" cy="1018540"/>
            <a:chOff x="6022" y="2993"/>
            <a:chExt cx="1548" cy="1604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97" name="图片 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sp>
        <p:nvSpPr>
          <p:cNvPr id="98" name="文本框 97"/>
          <p:cNvSpPr txBox="1"/>
          <p:nvPr/>
        </p:nvSpPr>
        <p:spPr>
          <a:xfrm>
            <a:off x="7466965" y="67373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>
            <a:off x="10296525" y="385699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7"/>
          <a:stretch>
            <a:fillRect/>
          </a:stretch>
        </p:blipFill>
        <p:spPr>
          <a:xfrm>
            <a:off x="924560" y="427736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28"/>
          <a:stretch>
            <a:fillRect/>
          </a:stretch>
        </p:blipFill>
        <p:spPr>
          <a:xfrm>
            <a:off x="7785100" y="1198880"/>
            <a:ext cx="2013585" cy="132651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29"/>
          <a:stretch>
            <a:fillRect/>
          </a:stretch>
        </p:blipFill>
        <p:spPr>
          <a:xfrm>
            <a:off x="7785100" y="2592070"/>
            <a:ext cx="2013585" cy="131699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0"/>
          <a:stretch>
            <a:fillRect/>
          </a:stretch>
        </p:blipFill>
        <p:spPr>
          <a:xfrm>
            <a:off x="7785735" y="4277360"/>
            <a:ext cx="2012950" cy="131635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 rot="5400000">
            <a:off x="8333740" y="41814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</p:spTree>
    <p:custDataLst>
      <p:tags r:id="rId3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角矩形 15"/>
          <p:cNvSpPr/>
          <p:nvPr/>
        </p:nvSpPr>
        <p:spPr>
          <a:xfrm>
            <a:off x="-3977640" y="-2354580"/>
            <a:ext cx="10603865" cy="5720080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12470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16026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3776980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4" idx="1"/>
            </p:cNvCxnSpPr>
            <p:nvPr/>
          </p:nvCxnSpPr>
          <p:spPr>
            <a:xfrm>
              <a:off x="15609" y="5365"/>
              <a:ext cx="606" cy="1271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6830695" y="-2256155"/>
            <a:ext cx="2973070" cy="5932805"/>
          </a:xfrm>
          <a:prstGeom prst="roundRect">
            <a:avLst/>
          </a:prstGeom>
          <a:solidFill>
            <a:srgbClr val="FFF2CA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91755" y="-210058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9363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32790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21982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96226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9953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80732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95718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>
            <a:off x="7957185" y="201358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7" name="组合 176"/>
          <p:cNvGrpSpPr/>
          <p:nvPr/>
        </p:nvGrpSpPr>
        <p:grpSpPr>
          <a:xfrm>
            <a:off x="7783195" y="2221865"/>
            <a:ext cx="337820" cy="368300"/>
            <a:chOff x="6825" y="5476"/>
            <a:chExt cx="532" cy="580"/>
          </a:xfrm>
        </p:grpSpPr>
        <p:sp>
          <p:nvSpPr>
            <p:cNvPr id="174" name="椭圆 173"/>
            <p:cNvSpPr/>
            <p:nvPr/>
          </p:nvSpPr>
          <p:spPr>
            <a:xfrm>
              <a:off x="6863" y="5532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接连接符 4"/>
          <p:cNvCxnSpPr/>
          <p:nvPr/>
        </p:nvCxnSpPr>
        <p:spPr>
          <a:xfrm>
            <a:off x="796417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66762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67143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9493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84606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801814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17689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54443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7959090" y="2581910"/>
            <a:ext cx="2540" cy="254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 flipV="1">
            <a:off x="8121015" y="-1066165"/>
            <a:ext cx="511175" cy="3482975"/>
          </a:xfrm>
          <a:prstGeom prst="bentConnector3">
            <a:avLst>
              <a:gd name="adj1" fmla="val 240496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7437120" y="1585595"/>
            <a:ext cx="421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8812530" y="-1407160"/>
                <a:ext cx="162750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refined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</m:oMath>
                </a14:m>
                <a:endParaRPr lang="zh-CN" altLang="en-US" sz="1600"/>
              </a:p>
              <a:p>
                <a:endParaRPr lang="zh-CN" altLang="en-US" sz="160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530" y="-1407160"/>
                <a:ext cx="1627505" cy="583565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图片 68"/>
          <p:cNvPicPr/>
          <p:nvPr/>
        </p:nvPicPr>
        <p:blipFill>
          <a:blip r:embed="rId38">
            <a:alphaModFix amt="80000"/>
          </a:blip>
          <a:stretch>
            <a:fillRect/>
          </a:stretch>
        </p:blipFill>
        <p:spPr>
          <a:xfrm>
            <a:off x="7218045" y="622935"/>
            <a:ext cx="2012950" cy="1328420"/>
          </a:xfrm>
          <a:prstGeom prst="rect">
            <a:avLst/>
          </a:prstGeom>
        </p:spPr>
      </p:pic>
      <p:sp>
        <p:nvSpPr>
          <p:cNvPr id="128" name="圆角矩形 127"/>
          <p:cNvSpPr/>
          <p:nvPr/>
        </p:nvSpPr>
        <p:spPr>
          <a:xfrm>
            <a:off x="7327900" y="2836545"/>
            <a:ext cx="1790700" cy="592455"/>
          </a:xfrm>
          <a:prstGeom prst="roundRect">
            <a:avLst/>
          </a:prstGeom>
          <a:solidFill>
            <a:srgbClr val="DCB699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(gate: conf + drift)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  <p:custDataLst>
      <p:tags r:id="rId39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12470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16026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3776980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4" idx="1"/>
            </p:cNvCxnSpPr>
            <p:nvPr/>
          </p:nvCxnSpPr>
          <p:spPr>
            <a:xfrm>
              <a:off x="15609" y="5365"/>
              <a:ext cx="606" cy="1271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6830695" y="-2256155"/>
            <a:ext cx="2973070" cy="593280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91755" y="-210058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9363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32790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21982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96226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9953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80732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95718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>
            <a:off x="7957185" y="201358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7" name="组合 176"/>
          <p:cNvGrpSpPr/>
          <p:nvPr/>
        </p:nvGrpSpPr>
        <p:grpSpPr>
          <a:xfrm>
            <a:off x="7783195" y="2221865"/>
            <a:ext cx="337820" cy="368300"/>
            <a:chOff x="6825" y="5476"/>
            <a:chExt cx="532" cy="580"/>
          </a:xfrm>
        </p:grpSpPr>
        <p:sp>
          <p:nvSpPr>
            <p:cNvPr id="174" name="椭圆 173"/>
            <p:cNvSpPr/>
            <p:nvPr/>
          </p:nvSpPr>
          <p:spPr>
            <a:xfrm>
              <a:off x="6863" y="5532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接连接符 4"/>
          <p:cNvCxnSpPr/>
          <p:nvPr/>
        </p:nvCxnSpPr>
        <p:spPr>
          <a:xfrm>
            <a:off x="796417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66762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67143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9493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84606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801814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17689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54443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7959090" y="2581910"/>
            <a:ext cx="2540" cy="254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 flipV="1">
            <a:off x="8121015" y="-1066165"/>
            <a:ext cx="511175" cy="3482975"/>
          </a:xfrm>
          <a:prstGeom prst="bentConnector3">
            <a:avLst>
              <a:gd name="adj1" fmla="val 240496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7437120" y="1585595"/>
            <a:ext cx="421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8812530" y="-1407160"/>
                <a:ext cx="162750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refined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cs typeface="Cambria Math" panose="02040503050406030204" charset="0"/>
                      </a:rPr>
                      <m:t>𝜔</m:t>
                    </m:r>
                  </m:oMath>
                </a14:m>
                <a:endParaRPr lang="zh-CN" altLang="en-US" sz="1600"/>
              </a:p>
              <a:p>
                <a:endParaRPr lang="zh-CN" altLang="en-US" sz="1600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2530" y="-1407160"/>
                <a:ext cx="1627505" cy="583565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图片 68"/>
          <p:cNvPicPr/>
          <p:nvPr/>
        </p:nvPicPr>
        <p:blipFill>
          <a:blip r:embed="rId38">
            <a:alphaModFix amt="80000"/>
          </a:blip>
          <a:stretch>
            <a:fillRect/>
          </a:stretch>
        </p:blipFill>
        <p:spPr>
          <a:xfrm>
            <a:off x="7218045" y="622935"/>
            <a:ext cx="2012950" cy="1328420"/>
          </a:xfrm>
          <a:prstGeom prst="rect">
            <a:avLst/>
          </a:prstGeom>
        </p:spPr>
      </p:pic>
      <p:sp>
        <p:nvSpPr>
          <p:cNvPr id="128" name="圆角矩形 127"/>
          <p:cNvSpPr/>
          <p:nvPr/>
        </p:nvSpPr>
        <p:spPr>
          <a:xfrm>
            <a:off x="7327900" y="2836545"/>
            <a:ext cx="1790700" cy="592455"/>
          </a:xfrm>
          <a:prstGeom prst="roundRect">
            <a:avLst/>
          </a:prstGeom>
          <a:solidFill>
            <a:srgbClr val="DCB699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(gate: conf + drift)</a:t>
            </a:r>
            <a:endParaRPr lang="en-US" altLang="zh-CN" sz="1400">
              <a:solidFill>
                <a:schemeClr val="tx1"/>
              </a:solidFill>
            </a:endParaRPr>
          </a:p>
        </p:txBody>
      </p:sp>
    </p:spTree>
    <p:custDataLst>
      <p:tags r:id="rId3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连接符 3"/>
          <p:cNvCxnSpPr/>
          <p:nvPr/>
        </p:nvCxnSpPr>
        <p:spPr>
          <a:xfrm flipV="1">
            <a:off x="4568190" y="2830830"/>
            <a:ext cx="264795" cy="176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连接符 127"/>
          <p:cNvCxnSpPr/>
          <p:nvPr/>
        </p:nvCxnSpPr>
        <p:spPr>
          <a:xfrm flipV="1">
            <a:off x="5211445" y="2849880"/>
            <a:ext cx="250190" cy="1631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直接连接符 128"/>
          <p:cNvCxnSpPr/>
          <p:nvPr/>
        </p:nvCxnSpPr>
        <p:spPr>
          <a:xfrm>
            <a:off x="4735195" y="2917825"/>
            <a:ext cx="7569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0" name="组合 129"/>
          <p:cNvGrpSpPr/>
          <p:nvPr/>
        </p:nvGrpSpPr>
        <p:grpSpPr>
          <a:xfrm rot="16200000">
            <a:off x="5054600" y="2263775"/>
            <a:ext cx="325120" cy="839470"/>
            <a:chOff x="4051" y="3534"/>
            <a:chExt cx="512" cy="1322"/>
          </a:xfrm>
        </p:grpSpPr>
        <p:sp>
          <p:nvSpPr>
            <p:cNvPr id="131" name="圆角矩形 130"/>
            <p:cNvSpPr/>
            <p:nvPr/>
          </p:nvSpPr>
          <p:spPr>
            <a:xfrm>
              <a:off x="4051" y="3534"/>
              <a:ext cx="512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2" name="直接连接符 131"/>
            <p:cNvCxnSpPr/>
            <p:nvPr/>
          </p:nvCxnSpPr>
          <p:spPr>
            <a:xfrm flipH="1">
              <a:off x="4051" y="380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/>
          </p:nvCxnSpPr>
          <p:spPr>
            <a:xfrm flipH="1">
              <a:off x="4060" y="406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4060" y="4322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/>
          </p:nvCxnSpPr>
          <p:spPr>
            <a:xfrm flipH="1">
              <a:off x="4051" y="4580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136" name="组合 135"/>
          <p:cNvGrpSpPr/>
          <p:nvPr/>
        </p:nvGrpSpPr>
        <p:grpSpPr>
          <a:xfrm rot="16200000">
            <a:off x="4807585" y="2430780"/>
            <a:ext cx="325120" cy="839470"/>
            <a:chOff x="4051" y="3534"/>
            <a:chExt cx="512" cy="1322"/>
          </a:xfrm>
        </p:grpSpPr>
        <p:sp>
          <p:nvSpPr>
            <p:cNvPr id="137" name="圆角矩形 136"/>
            <p:cNvSpPr/>
            <p:nvPr/>
          </p:nvSpPr>
          <p:spPr>
            <a:xfrm>
              <a:off x="4051" y="3534"/>
              <a:ext cx="512" cy="1323"/>
            </a:xfrm>
            <a:prstGeom prst="roundRect">
              <a:avLst/>
            </a:prstGeom>
            <a:solidFill>
              <a:srgbClr val="9DC3E6">
                <a:alpha val="92000"/>
              </a:srgbClr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138" name="直接连接符 137"/>
            <p:cNvCxnSpPr/>
            <p:nvPr/>
          </p:nvCxnSpPr>
          <p:spPr>
            <a:xfrm flipH="1">
              <a:off x="4051" y="380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H="1">
              <a:off x="4060" y="4063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H="1">
              <a:off x="4060" y="4322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1" name="直接连接符 140"/>
            <p:cNvCxnSpPr/>
            <p:nvPr/>
          </p:nvCxnSpPr>
          <p:spPr>
            <a:xfrm flipH="1">
              <a:off x="4051" y="4580"/>
              <a:ext cx="50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42" name="直接连接符 141"/>
          <p:cNvCxnSpPr/>
          <p:nvPr/>
        </p:nvCxnSpPr>
        <p:spPr>
          <a:xfrm flipV="1">
            <a:off x="4568190" y="2522220"/>
            <a:ext cx="267970" cy="178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3" name="直接连接符 142"/>
          <p:cNvCxnSpPr/>
          <p:nvPr/>
        </p:nvCxnSpPr>
        <p:spPr>
          <a:xfrm flipV="1">
            <a:off x="5346700" y="2522220"/>
            <a:ext cx="248920" cy="1657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4" name="直接连接符 143"/>
          <p:cNvCxnSpPr/>
          <p:nvPr/>
        </p:nvCxnSpPr>
        <p:spPr>
          <a:xfrm flipV="1">
            <a:off x="5352415" y="2834640"/>
            <a:ext cx="264795" cy="1765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65734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8640" y="432054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17420" y="17754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2295" y="-39624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715645" y="-526415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260350" y="-799211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8420" y="-6438900"/>
            <a:ext cx="10858500" cy="52806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180" y="121920"/>
            <a:ext cx="5607050" cy="2785110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-3977640" y="-2354580"/>
            <a:ext cx="10603865" cy="5720080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12470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16026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3776980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4" idx="1"/>
            </p:cNvCxnSpPr>
            <p:nvPr/>
          </p:nvCxnSpPr>
          <p:spPr>
            <a:xfrm>
              <a:off x="15609" y="5365"/>
              <a:ext cx="606" cy="1271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6830695" y="-2354580"/>
            <a:ext cx="2973070" cy="5818505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05750" y="-2174875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9363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32790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21982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96226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9953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80732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95718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>
            <a:off x="7952740" y="1960880"/>
            <a:ext cx="9525" cy="29654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7" name="组合 176"/>
          <p:cNvGrpSpPr/>
          <p:nvPr/>
        </p:nvGrpSpPr>
        <p:grpSpPr>
          <a:xfrm>
            <a:off x="7783195" y="2221865"/>
            <a:ext cx="337820" cy="368300"/>
            <a:chOff x="6825" y="5476"/>
            <a:chExt cx="532" cy="580"/>
          </a:xfrm>
        </p:grpSpPr>
        <p:sp>
          <p:nvSpPr>
            <p:cNvPr id="174" name="椭圆 173"/>
            <p:cNvSpPr/>
            <p:nvPr/>
          </p:nvSpPr>
          <p:spPr>
            <a:xfrm>
              <a:off x="6863" y="5532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接连接符 4"/>
          <p:cNvCxnSpPr/>
          <p:nvPr/>
        </p:nvCxnSpPr>
        <p:spPr>
          <a:xfrm>
            <a:off x="796417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66762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67143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9493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84606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801814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17689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54443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7959090" y="2581910"/>
            <a:ext cx="2540" cy="254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 flipV="1">
            <a:off x="8121015" y="-1066165"/>
            <a:ext cx="511175" cy="3482975"/>
          </a:xfrm>
          <a:prstGeom prst="bentConnector3">
            <a:avLst>
              <a:gd name="adj1" fmla="val 240496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7437120" y="1585595"/>
            <a:ext cx="421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8805545" y="-1362710"/>
                <a:ext cx="162750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refined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charset="0"/>
                        <a:cs typeface="Cambria Math" panose="02040503050406030204" charset="0"/>
                      </a:rPr>
                      <m:t>𝝎</m:t>
                    </m:r>
                  </m:oMath>
                </a14:m>
                <a:endParaRPr lang="zh-CN" altLang="en-US" sz="1600" b="1"/>
              </a:p>
              <a:p>
                <a:endParaRPr lang="zh-CN" altLang="en-US" sz="1600" b="1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545" y="-1362710"/>
                <a:ext cx="1627505" cy="583565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圆角矩形 127"/>
          <p:cNvSpPr/>
          <p:nvPr/>
        </p:nvSpPr>
        <p:spPr>
          <a:xfrm>
            <a:off x="7316470" y="2836545"/>
            <a:ext cx="1295400" cy="47815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TOP - K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87980" y="-217487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grpSp>
        <p:nvGrpSpPr>
          <p:cNvPr id="41" name="组合 40"/>
          <p:cNvGrpSpPr/>
          <p:nvPr/>
        </p:nvGrpSpPr>
        <p:grpSpPr>
          <a:xfrm>
            <a:off x="7128510" y="487045"/>
            <a:ext cx="2106295" cy="1544955"/>
            <a:chOff x="15175" y="6411"/>
            <a:chExt cx="3317" cy="2433"/>
          </a:xfrm>
        </p:grpSpPr>
        <p:pic>
          <p:nvPicPr>
            <p:cNvPr id="17" name="图片 16"/>
            <p:cNvPicPr/>
            <p:nvPr/>
          </p:nvPicPr>
          <p:blipFill>
            <a:blip r:embed="rId1">
              <a:alphaModFix amt="80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38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</p:grpSp>
      <p:sp>
        <p:nvSpPr>
          <p:cNvPr id="47" name="圆角矩形 46"/>
          <p:cNvSpPr/>
          <p:nvPr/>
        </p:nvSpPr>
        <p:spPr>
          <a:xfrm>
            <a:off x="5533390" y="3713480"/>
            <a:ext cx="427037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1042035" y="3713480"/>
            <a:ext cx="427037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938145" y="3713480"/>
            <a:ext cx="6705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RPF</a:t>
            </a:r>
            <a:endParaRPr lang="en-US" altLang="zh-CN" b="1"/>
          </a:p>
        </p:txBody>
      </p:sp>
      <p:sp>
        <p:nvSpPr>
          <p:cNvPr id="49" name="文本框 48"/>
          <p:cNvSpPr txBox="1"/>
          <p:nvPr/>
        </p:nvSpPr>
        <p:spPr>
          <a:xfrm>
            <a:off x="9217660" y="4053840"/>
            <a:ext cx="1610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39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-3977640" y="-2354580"/>
            <a:ext cx="10603865" cy="5305425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12470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16026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3776980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15609" y="5365"/>
              <a:ext cx="606" cy="1040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6830695" y="-2354580"/>
            <a:ext cx="2973070" cy="589407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905750" y="-2174875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9363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32790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1765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21982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96226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9953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80732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95718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/>
          <p:nvPr/>
        </p:nvCxnSpPr>
        <p:spPr>
          <a:xfrm>
            <a:off x="7952740" y="1960880"/>
            <a:ext cx="9525" cy="29654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77" name="组合 176"/>
          <p:cNvGrpSpPr/>
          <p:nvPr/>
        </p:nvGrpSpPr>
        <p:grpSpPr>
          <a:xfrm>
            <a:off x="7783195" y="2221865"/>
            <a:ext cx="337820" cy="368300"/>
            <a:chOff x="6825" y="5476"/>
            <a:chExt cx="532" cy="580"/>
          </a:xfrm>
        </p:grpSpPr>
        <p:sp>
          <p:nvSpPr>
            <p:cNvPr id="174" name="椭圆 173"/>
            <p:cNvSpPr/>
            <p:nvPr/>
          </p:nvSpPr>
          <p:spPr>
            <a:xfrm>
              <a:off x="6863" y="5532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 b="1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76" name="文本框 17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5" y="5476"/>
                  <a:ext cx="312" cy="580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" name="直接连接符 4"/>
          <p:cNvCxnSpPr/>
          <p:nvPr/>
        </p:nvCxnSpPr>
        <p:spPr>
          <a:xfrm>
            <a:off x="796417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66762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67143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9493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84606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801814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17689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54443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7959090" y="2581910"/>
            <a:ext cx="2540" cy="25463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/>
          <p:nvPr/>
        </p:nvCxnSpPr>
        <p:spPr>
          <a:xfrm flipV="1">
            <a:off x="8121015" y="-1066165"/>
            <a:ext cx="511175" cy="3482975"/>
          </a:xfrm>
          <a:prstGeom prst="bentConnector3">
            <a:avLst>
              <a:gd name="adj1" fmla="val 240496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7437120" y="1585595"/>
            <a:ext cx="4216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文本框 64"/>
              <p:cNvSpPr txBox="1"/>
              <p:nvPr/>
            </p:nvSpPr>
            <p:spPr>
              <a:xfrm>
                <a:off x="8805545" y="-1362710"/>
                <a:ext cx="1627505" cy="5835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refined </a:t>
                </a:r>
                <a14:m>
                  <m:oMath xmlns:m="http://schemas.openxmlformats.org/officeDocument/2006/math">
                    <m:r>
                      <a:rPr lang="en-US" altLang="zh-CN" sz="1600" b="1" i="1">
                        <a:latin typeface="Cambria Math" panose="02040503050406030204" charset="0"/>
                        <a:cs typeface="Cambria Math" panose="02040503050406030204" charset="0"/>
                      </a:rPr>
                      <m:t>𝝎</m:t>
                    </m:r>
                  </m:oMath>
                </a14:m>
                <a:endParaRPr lang="zh-CN" altLang="en-US" sz="1600" b="1"/>
              </a:p>
              <a:p>
                <a:endParaRPr lang="zh-CN" altLang="en-US" sz="1600" b="1"/>
              </a:p>
            </p:txBody>
          </p:sp>
        </mc:Choice>
        <mc:Fallback>
          <p:sp>
            <p:nvSpPr>
              <p:cNvPr id="65" name="文本框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5545" y="-1362710"/>
                <a:ext cx="1627505" cy="583565"/>
              </a:xfrm>
              <a:prstGeom prst="rect">
                <a:avLst/>
              </a:prstGeom>
              <a:blipFill rotWithShape="1"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/>
          <p:cNvSpPr txBox="1"/>
          <p:nvPr/>
        </p:nvSpPr>
        <p:spPr>
          <a:xfrm>
            <a:off x="2887980" y="-217487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47" name="圆角矩形 46"/>
          <p:cNvSpPr/>
          <p:nvPr/>
        </p:nvSpPr>
        <p:spPr>
          <a:xfrm>
            <a:off x="5533390" y="3713480"/>
            <a:ext cx="427037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932815" y="3713480"/>
            <a:ext cx="437959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582545" y="3810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sp>
        <p:nvSpPr>
          <p:cNvPr id="54" name="圆角矩形 53"/>
          <p:cNvSpPr/>
          <p:nvPr/>
        </p:nvSpPr>
        <p:spPr>
          <a:xfrm>
            <a:off x="7160260" y="2836545"/>
            <a:ext cx="1790700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r>
              <a:rPr lang="en-US" altLang="zh-CN" sz="1400">
                <a:solidFill>
                  <a:schemeClr val="tx1"/>
                </a:solidFill>
              </a:rPr>
              <a:t>(gate: conf + drift)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014845" y="3810000"/>
            <a:ext cx="1404620" cy="441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endParaRPr lang="zh-CN" altLang="en-US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3009880" y="-235458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2478385" y="2416810"/>
            <a:ext cx="2613660" cy="287274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1647825" y="639381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mask-guided support refinement</a:t>
            </a:r>
            <a:endParaRPr lang="en-US" altLang="zh-CN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/>
              <p:cNvSpPr txBox="1"/>
              <p:nvPr/>
            </p:nvSpPr>
            <p:spPr>
              <a:xfrm>
                <a:off x="5476875" y="2468245"/>
                <a:ext cx="4965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2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6875" y="2468245"/>
                <a:ext cx="496570" cy="368300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8" name="组合 177"/>
          <p:cNvGrpSpPr/>
          <p:nvPr/>
        </p:nvGrpSpPr>
        <p:grpSpPr>
          <a:xfrm>
            <a:off x="4453255" y="3027045"/>
            <a:ext cx="2513330" cy="496570"/>
            <a:chOff x="7317" y="4830"/>
            <a:chExt cx="3958" cy="782"/>
          </a:xfrm>
        </p:grpSpPr>
        <p:sp>
          <p:nvSpPr>
            <p:cNvPr id="138" name="流程图: 决策 137"/>
            <p:cNvSpPr/>
            <p:nvPr/>
          </p:nvSpPr>
          <p:spPr>
            <a:xfrm>
              <a:off x="8452" y="4830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≤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6" name="肘形连接符 145"/>
          <p:cNvCxnSpPr/>
          <p:nvPr/>
        </p:nvCxnSpPr>
        <p:spPr>
          <a:xfrm rot="10800000" flipV="1">
            <a:off x="6296025" y="3112135"/>
            <a:ext cx="833755" cy="168910"/>
          </a:xfrm>
          <a:prstGeom prst="bentConnector3">
            <a:avLst>
              <a:gd name="adj1" fmla="val 49962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7" name="肘形连接符 146"/>
          <p:cNvCxnSpPr/>
          <p:nvPr/>
        </p:nvCxnSpPr>
        <p:spPr>
          <a:xfrm rot="5400000">
            <a:off x="4351020" y="3845560"/>
            <a:ext cx="1290955" cy="15557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4532630" y="405447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630" y="4054475"/>
                <a:ext cx="581660" cy="306705"/>
              </a:xfrm>
              <a:prstGeom prst="rect">
                <a:avLst/>
              </a:prstGeom>
              <a:blipFill rotWithShape="1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7128510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3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4712335" y="446595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3167380" y="517715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5" name="组合 194"/>
          <p:cNvGrpSpPr/>
          <p:nvPr/>
        </p:nvGrpSpPr>
        <p:grpSpPr>
          <a:xfrm>
            <a:off x="1336675" y="3992880"/>
            <a:ext cx="648970" cy="375920"/>
            <a:chOff x="2595" y="7614"/>
            <a:chExt cx="1022" cy="592"/>
          </a:xfrm>
        </p:grpSpPr>
        <p:sp>
          <p:nvSpPr>
            <p:cNvPr id="193" name="圆角矩形 192"/>
            <p:cNvSpPr/>
            <p:nvPr/>
          </p:nvSpPr>
          <p:spPr>
            <a:xfrm>
              <a:off x="2693" y="7630"/>
              <a:ext cx="925" cy="576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2595" y="7614"/>
                  <a:ext cx="828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𝑚𝑖𝑥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5" y="7614"/>
                  <a:ext cx="828" cy="580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6" name="圆角矩形 195"/>
          <p:cNvSpPr/>
          <p:nvPr/>
        </p:nvSpPr>
        <p:spPr>
          <a:xfrm>
            <a:off x="3863340" y="4532630"/>
            <a:ext cx="297180" cy="1638300"/>
          </a:xfrm>
          <a:prstGeom prst="roundRect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箭头连接符 196"/>
          <p:cNvCxnSpPr/>
          <p:nvPr/>
        </p:nvCxnSpPr>
        <p:spPr>
          <a:xfrm flipH="1">
            <a:off x="4168775" y="5654675"/>
            <a:ext cx="284480" cy="444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3871595" y="5661660"/>
            <a:ext cx="29718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3611245" y="5053965"/>
            <a:ext cx="85344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3603625" y="5881370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4107815" y="617029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4107815" y="453263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4182110" y="600202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2110" y="6002020"/>
                <a:ext cx="757555" cy="337185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4155440" y="440055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440" y="4400550"/>
                <a:ext cx="757555" cy="337185"/>
              </a:xfrm>
              <a:prstGeom prst="rect">
                <a:avLst/>
              </a:prstGeom>
              <a:blipFill rotWithShape="1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endCxn id="136" idx="5"/>
          </p:cNvCxnSpPr>
          <p:nvPr/>
        </p:nvCxnSpPr>
        <p:spPr>
          <a:xfrm rot="5400000">
            <a:off x="4290060" y="3732530"/>
            <a:ext cx="3046730" cy="1826260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4712335" y="607504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4532630" y="572960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630" y="5729605"/>
                <a:ext cx="581660" cy="29464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3342005" y="475805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3342005" y="552577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4" name="组合 183"/>
          <p:cNvGrpSpPr/>
          <p:nvPr/>
        </p:nvGrpSpPr>
        <p:grpSpPr>
          <a:xfrm>
            <a:off x="2590165" y="5176520"/>
            <a:ext cx="349250" cy="350520"/>
            <a:chOff x="12466" y="6854"/>
            <a:chExt cx="550" cy="550"/>
          </a:xfrm>
        </p:grpSpPr>
        <p:sp>
          <p:nvSpPr>
            <p:cNvPr id="149" name="椭圆 148"/>
            <p:cNvSpPr/>
            <p:nvPr/>
          </p:nvSpPr>
          <p:spPr>
            <a:xfrm rot="18900000">
              <a:off x="12466" y="6854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2682" y="706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87" name="直接连接符 186"/>
          <p:cNvCxnSpPr/>
          <p:nvPr/>
        </p:nvCxnSpPr>
        <p:spPr>
          <a:xfrm>
            <a:off x="5060315" y="3274060"/>
            <a:ext cx="105410" cy="1905"/>
          </a:xfrm>
          <a:prstGeom prst="line">
            <a:avLst/>
          </a:prstGeom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08" name="组合 207"/>
          <p:cNvGrpSpPr/>
          <p:nvPr/>
        </p:nvGrpSpPr>
        <p:grpSpPr>
          <a:xfrm>
            <a:off x="1715770" y="4532630"/>
            <a:ext cx="627380" cy="1871980"/>
            <a:chOff x="2798" y="7138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2989" y="7138"/>
              <a:ext cx="797" cy="2580"/>
            </a:xfrm>
            <a:prstGeom prst="roundRect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2001" y="8301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</p:spTree>
    <p:custDataLst>
      <p:tags r:id="rId4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文本框 98"/>
          <p:cNvSpPr txBox="1"/>
          <p:nvPr/>
        </p:nvSpPr>
        <p:spPr>
          <a:xfrm>
            <a:off x="5490845" y="530860"/>
            <a:ext cx="2769235" cy="948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ym typeface="+mn-ea"/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287780" y="1492250"/>
            <a:ext cx="2210435" cy="219075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028825" y="1693545"/>
            <a:ext cx="193675" cy="198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2391410" y="1693545"/>
            <a:ext cx="19113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978660" y="3261995"/>
            <a:ext cx="144145" cy="162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176145" y="1891665"/>
            <a:ext cx="168910" cy="179705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869440" y="1891665"/>
            <a:ext cx="128270" cy="12890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591310" y="2207895"/>
            <a:ext cx="19367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911350" y="2411095"/>
            <a:ext cx="172085" cy="166370"/>
          </a:xfrm>
          <a:prstGeom prst="ellipse">
            <a:avLst/>
          </a:prstGeom>
          <a:solidFill>
            <a:srgbClr val="F8EAD9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784985" y="2661285"/>
            <a:ext cx="193675" cy="198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1520825" y="2859405"/>
            <a:ext cx="193675" cy="19812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877060" y="2950845"/>
            <a:ext cx="184150" cy="1803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637155" y="1826260"/>
            <a:ext cx="193675" cy="19812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2940685" y="2056130"/>
            <a:ext cx="193675" cy="198120"/>
          </a:xfrm>
          <a:prstGeom prst="ellipse">
            <a:avLst/>
          </a:prstGeom>
          <a:solidFill>
            <a:srgbClr val="EADDD0"/>
          </a:solidFill>
          <a:ln>
            <a:solidFill>
              <a:srgbClr val="B89B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3109595" y="2492375"/>
            <a:ext cx="172720" cy="17145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2491740" y="2136140"/>
            <a:ext cx="215265" cy="2273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2109470" y="2136140"/>
            <a:ext cx="279400" cy="2698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809875" y="2299970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>
            <a:off x="2552700" y="2492375"/>
            <a:ext cx="172720" cy="17272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251710" y="2575560"/>
            <a:ext cx="172720" cy="1727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>
            <a:off x="3025140" y="2770505"/>
            <a:ext cx="172085" cy="18034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2677160" y="3057525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2176145" y="2917825"/>
            <a:ext cx="215265" cy="22733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2343785" y="3314700"/>
            <a:ext cx="208915" cy="203835"/>
          </a:xfrm>
          <a:prstGeom prst="roundRect">
            <a:avLst/>
          </a:prstGeom>
          <a:solidFill>
            <a:srgbClr val="EADDD0"/>
          </a:solidFill>
          <a:ln w="12700">
            <a:solidFill>
              <a:srgbClr val="B89B7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圆角矩形 30"/>
          <p:cNvSpPr/>
          <p:nvPr/>
        </p:nvSpPr>
        <p:spPr>
          <a:xfrm>
            <a:off x="2582545" y="2832100"/>
            <a:ext cx="158750" cy="1562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1720215" y="1123950"/>
            <a:ext cx="14363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Token Pool</a:t>
            </a:r>
            <a:endParaRPr lang="en-US" altLang="zh-CN"/>
          </a:p>
        </p:txBody>
      </p:sp>
      <p:cxnSp>
        <p:nvCxnSpPr>
          <p:cNvPr id="33" name="直接连接符 32"/>
          <p:cNvCxnSpPr/>
          <p:nvPr/>
        </p:nvCxnSpPr>
        <p:spPr>
          <a:xfrm>
            <a:off x="3782695" y="2362200"/>
            <a:ext cx="348996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 flipV="1">
            <a:off x="3782695" y="2823210"/>
            <a:ext cx="3507740" cy="127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3908425" y="2487295"/>
            <a:ext cx="215900" cy="21399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 w="127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圆角矩形 35"/>
          <p:cNvSpPr/>
          <p:nvPr/>
        </p:nvSpPr>
        <p:spPr>
          <a:xfrm>
            <a:off x="4251325" y="2482215"/>
            <a:ext cx="215900" cy="213995"/>
          </a:xfrm>
          <a:prstGeom prst="roundRect">
            <a:avLst/>
          </a:prstGeom>
          <a:solidFill>
            <a:srgbClr val="D66012"/>
          </a:solidFill>
          <a:ln w="12700">
            <a:solidFill>
              <a:srgbClr val="D6601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/>
        </p:nvSpPr>
        <p:spPr>
          <a:xfrm>
            <a:off x="4584065" y="2487295"/>
            <a:ext cx="215900" cy="213995"/>
          </a:xfrm>
          <a:prstGeom prst="roundRect">
            <a:avLst/>
          </a:prstGeom>
          <a:solidFill>
            <a:srgbClr val="ED6919"/>
          </a:solidFill>
          <a:ln w="12700">
            <a:solidFill>
              <a:srgbClr val="ED6919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4922520" y="2482215"/>
            <a:ext cx="215900" cy="213995"/>
          </a:xfrm>
          <a:prstGeom prst="roundRect">
            <a:avLst/>
          </a:prstGeom>
          <a:solidFill>
            <a:srgbClr val="F18646"/>
          </a:solidFill>
          <a:ln w="12700">
            <a:solidFill>
              <a:srgbClr val="F1864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5254625" y="2482215"/>
            <a:ext cx="215900" cy="213995"/>
          </a:xfrm>
          <a:prstGeom prst="roundRect">
            <a:avLst/>
          </a:prstGeom>
          <a:solidFill>
            <a:srgbClr val="F6AE86"/>
          </a:solidFill>
          <a:ln w="12700">
            <a:solidFill>
              <a:srgbClr val="F6AE8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5597525" y="2477135"/>
            <a:ext cx="215900" cy="213995"/>
          </a:xfrm>
          <a:prstGeom prst="roundRect">
            <a:avLst/>
          </a:prstGeom>
          <a:solidFill>
            <a:srgbClr val="F9C7AC"/>
          </a:solidFill>
          <a:ln w="12700">
            <a:solidFill>
              <a:srgbClr val="F9C7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5930265" y="2482215"/>
            <a:ext cx="215900" cy="213995"/>
          </a:xfrm>
          <a:prstGeom prst="roundRect">
            <a:avLst/>
          </a:prstGeom>
          <a:solidFill>
            <a:srgbClr val="FCDDC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6268720" y="2477135"/>
            <a:ext cx="215900" cy="2139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3" name="直接箭头连接符 42"/>
          <p:cNvCxnSpPr/>
          <p:nvPr/>
        </p:nvCxnSpPr>
        <p:spPr>
          <a:xfrm>
            <a:off x="3498215" y="2587625"/>
            <a:ext cx="26035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673215" y="1684020"/>
            <a:ext cx="75565" cy="1829435"/>
          </a:xfrm>
          <a:prstGeom prst="rect">
            <a:avLst/>
          </a:prstGeom>
          <a:solidFill>
            <a:srgbClr val="F8CBAC"/>
          </a:solidFill>
          <a:ln>
            <a:solidFill>
              <a:srgbClr val="B15A1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18435" y="1775460"/>
            <a:ext cx="2217420" cy="2545080"/>
          </a:xfrm>
          <a:prstGeom prst="rect">
            <a:avLst/>
          </a:prstGeom>
        </p:spPr>
      </p:pic>
      <p:cxnSp>
        <p:nvCxnSpPr>
          <p:cNvPr id="46" name="直接箭头连接符 45"/>
          <p:cNvCxnSpPr/>
          <p:nvPr/>
        </p:nvCxnSpPr>
        <p:spPr>
          <a:xfrm>
            <a:off x="4746625" y="2207895"/>
            <a:ext cx="93726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4468495" y="1793875"/>
            <a:ext cx="1609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Ranking Belt</a:t>
            </a:r>
            <a:endParaRPr lang="en-US" altLang="zh-CN"/>
          </a:p>
        </p:txBody>
      </p:sp>
      <p:sp>
        <p:nvSpPr>
          <p:cNvPr id="48" name="文本框 47"/>
          <p:cNvSpPr txBox="1"/>
          <p:nvPr/>
        </p:nvSpPr>
        <p:spPr>
          <a:xfrm>
            <a:off x="6285865" y="992505"/>
            <a:ext cx="10712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K Gate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5697855" y="1276985"/>
                <a:ext cx="220154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𝑘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𝑐𝑒𝑖𝑙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𝑟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𝐻𝑊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855" y="1276985"/>
                <a:ext cx="2201545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连接符 49"/>
          <p:cNvCxnSpPr/>
          <p:nvPr/>
        </p:nvCxnSpPr>
        <p:spPr>
          <a:xfrm flipV="1">
            <a:off x="7263765" y="1860550"/>
            <a:ext cx="504825" cy="504825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>
            <a:off x="7759065" y="1863725"/>
            <a:ext cx="2063750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>
            <a:off x="7282180" y="2816860"/>
            <a:ext cx="535940" cy="53594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>
            <a:off x="7778115" y="2299970"/>
            <a:ext cx="2060575" cy="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7768590" y="3314700"/>
            <a:ext cx="1851660" cy="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7759065" y="2917825"/>
            <a:ext cx="1842770" cy="0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/>
        </p:nvGrpSpPr>
        <p:grpSpPr>
          <a:xfrm>
            <a:off x="8018145" y="1969770"/>
            <a:ext cx="1562100" cy="218440"/>
            <a:chOff x="9897" y="4109"/>
            <a:chExt cx="2460" cy="344"/>
          </a:xfrm>
        </p:grpSpPr>
        <p:sp>
          <p:nvSpPr>
            <p:cNvPr id="64" name="圆角矩形 63"/>
            <p:cNvSpPr/>
            <p:nvPr/>
          </p:nvSpPr>
          <p:spPr>
            <a:xfrm>
              <a:off x="9897" y="4117"/>
              <a:ext cx="340" cy="337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圆角矩形 64"/>
            <p:cNvSpPr/>
            <p:nvPr/>
          </p:nvSpPr>
          <p:spPr>
            <a:xfrm>
              <a:off x="10437" y="4109"/>
              <a:ext cx="340" cy="337"/>
            </a:xfrm>
            <a:prstGeom prst="roundRect">
              <a:avLst/>
            </a:prstGeom>
            <a:solidFill>
              <a:srgbClr val="D66012"/>
            </a:solidFill>
            <a:ln w="12700">
              <a:solidFill>
                <a:srgbClr val="D6601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圆角矩形 65"/>
            <p:cNvSpPr/>
            <p:nvPr/>
          </p:nvSpPr>
          <p:spPr>
            <a:xfrm>
              <a:off x="10961" y="4117"/>
              <a:ext cx="340" cy="337"/>
            </a:xfrm>
            <a:prstGeom prst="roundRect">
              <a:avLst/>
            </a:prstGeom>
            <a:solidFill>
              <a:srgbClr val="ED6919"/>
            </a:solidFill>
            <a:ln w="12700">
              <a:solidFill>
                <a:srgbClr val="ED691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7" name="圆角矩形 66"/>
            <p:cNvSpPr/>
            <p:nvPr/>
          </p:nvSpPr>
          <p:spPr>
            <a:xfrm>
              <a:off x="11494" y="4109"/>
              <a:ext cx="340" cy="337"/>
            </a:xfrm>
            <a:prstGeom prst="roundRect">
              <a:avLst/>
            </a:prstGeom>
            <a:solidFill>
              <a:srgbClr val="F18646"/>
            </a:solidFill>
            <a:ln w="12700">
              <a:solidFill>
                <a:srgbClr val="F1864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8" name="圆角矩形 67"/>
            <p:cNvSpPr/>
            <p:nvPr/>
          </p:nvSpPr>
          <p:spPr>
            <a:xfrm>
              <a:off x="12017" y="4109"/>
              <a:ext cx="340" cy="337"/>
            </a:xfrm>
            <a:prstGeom prst="roundRect">
              <a:avLst/>
            </a:prstGeom>
            <a:solidFill>
              <a:srgbClr val="F6AE86"/>
            </a:solidFill>
            <a:ln w="12700">
              <a:solidFill>
                <a:srgbClr val="F6AE8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70" name="直接连接符 69"/>
          <p:cNvCxnSpPr/>
          <p:nvPr/>
        </p:nvCxnSpPr>
        <p:spPr>
          <a:xfrm flipV="1">
            <a:off x="7475855" y="2299970"/>
            <a:ext cx="311150" cy="31115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直接连接符 70"/>
          <p:cNvCxnSpPr/>
          <p:nvPr/>
        </p:nvCxnSpPr>
        <p:spPr>
          <a:xfrm>
            <a:off x="7466330" y="2606040"/>
            <a:ext cx="306070" cy="306705"/>
          </a:xfrm>
          <a:prstGeom prst="line">
            <a:avLst/>
          </a:prstGeom>
          <a:ln w="28575">
            <a:solidFill>
              <a:srgbClr val="FAD0B5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2" name="圆角矩形 71"/>
          <p:cNvSpPr/>
          <p:nvPr/>
        </p:nvSpPr>
        <p:spPr>
          <a:xfrm>
            <a:off x="7885430" y="3008630"/>
            <a:ext cx="215900" cy="213995"/>
          </a:xfrm>
          <a:prstGeom prst="roundRect">
            <a:avLst/>
          </a:prstGeom>
          <a:solidFill>
            <a:srgbClr val="F9C7AC"/>
          </a:solidFill>
          <a:ln w="12700">
            <a:solidFill>
              <a:srgbClr val="F9C7A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圆角矩形 72"/>
          <p:cNvSpPr/>
          <p:nvPr/>
        </p:nvSpPr>
        <p:spPr>
          <a:xfrm>
            <a:off x="8218170" y="3013710"/>
            <a:ext cx="215900" cy="213995"/>
          </a:xfrm>
          <a:prstGeom prst="roundRect">
            <a:avLst/>
          </a:prstGeom>
          <a:solidFill>
            <a:srgbClr val="FCDDCF"/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圆角矩形 73"/>
          <p:cNvSpPr/>
          <p:nvPr/>
        </p:nvSpPr>
        <p:spPr>
          <a:xfrm>
            <a:off x="8556625" y="3008630"/>
            <a:ext cx="215900" cy="21399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4" name="直接箭头连接符 83"/>
          <p:cNvCxnSpPr/>
          <p:nvPr/>
        </p:nvCxnSpPr>
        <p:spPr>
          <a:xfrm>
            <a:off x="9914890" y="2071370"/>
            <a:ext cx="260350" cy="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5" name="圆角矩形 84"/>
          <p:cNvSpPr/>
          <p:nvPr/>
        </p:nvSpPr>
        <p:spPr>
          <a:xfrm>
            <a:off x="10271760" y="1863725"/>
            <a:ext cx="70802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本框 85"/>
              <p:cNvSpPr txBox="1"/>
              <p:nvPr/>
            </p:nvSpPr>
            <p:spPr>
              <a:xfrm>
                <a:off x="10264140" y="1860550"/>
                <a:ext cx="747395" cy="35369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𝑡𝑜𝑝𝑘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86" name="文本框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4140" y="1860550"/>
                <a:ext cx="747395" cy="353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圆角矩形 86"/>
          <p:cNvSpPr/>
          <p:nvPr/>
        </p:nvSpPr>
        <p:spPr>
          <a:xfrm>
            <a:off x="8895080" y="300863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9" name="圆角矩形 88"/>
          <p:cNvSpPr/>
          <p:nvPr/>
        </p:nvSpPr>
        <p:spPr>
          <a:xfrm>
            <a:off x="9237980" y="301371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圆角矩形 89"/>
          <p:cNvSpPr/>
          <p:nvPr/>
        </p:nvSpPr>
        <p:spPr>
          <a:xfrm>
            <a:off x="9577070" y="3013710"/>
            <a:ext cx="215900" cy="213995"/>
          </a:xfrm>
          <a:prstGeom prst="roundRect">
            <a:avLst/>
          </a:prstGeom>
          <a:solidFill>
            <a:srgbClr val="FEF6F1"/>
          </a:solidFill>
          <a:ln w="12700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8355330" y="1349375"/>
            <a:ext cx="8864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Top-</a:t>
            </a:r>
            <a:r>
              <a:rPr lang="en-US" altLang="zh-CN"/>
              <a:t>K</a:t>
            </a:r>
            <a:endParaRPr lang="en-US" altLang="zh-CN"/>
          </a:p>
        </p:txBody>
      </p:sp>
      <p:sp>
        <p:nvSpPr>
          <p:cNvPr id="3" name="圆角矩形 2"/>
          <p:cNvSpPr/>
          <p:nvPr/>
        </p:nvSpPr>
        <p:spPr>
          <a:xfrm>
            <a:off x="7653020" y="3789045"/>
            <a:ext cx="183959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7727950" y="3833495"/>
                <a:ext cx="1700530" cy="3619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𝑜𝑛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𝑔𝑎𝑡𝑒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950" y="3833495"/>
                <a:ext cx="1700530" cy="3619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/>
          <p:cNvSpPr/>
          <p:nvPr/>
        </p:nvSpPr>
        <p:spPr>
          <a:xfrm>
            <a:off x="7653020" y="4435475"/>
            <a:ext cx="183959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本框 25"/>
              <p:cNvSpPr txBox="1"/>
              <p:nvPr/>
            </p:nvSpPr>
            <p:spPr>
              <a:xfrm>
                <a:off x="7534910" y="4473575"/>
                <a:ext cx="211010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𝑚𝑎𝑠𝑠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𝑘𝑒𝑒𝑝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≥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𝑚𝑖𝑛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6" name="文本框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910" y="4473575"/>
                <a:ext cx="2110105" cy="3784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圆角矩形 51"/>
          <p:cNvSpPr/>
          <p:nvPr/>
        </p:nvSpPr>
        <p:spPr>
          <a:xfrm>
            <a:off x="7656195" y="5076825"/>
            <a:ext cx="1839595" cy="555625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/>
              <p:cNvSpPr txBox="1"/>
              <p:nvPr/>
            </p:nvSpPr>
            <p:spPr>
              <a:xfrm>
                <a:off x="7731125" y="5121275"/>
                <a:ext cx="1700530" cy="3035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𝛿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≤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𝑡ℎ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1125" y="5121275"/>
                <a:ext cx="1700530" cy="303530"/>
              </a:xfrm>
              <a:prstGeom prst="rect">
                <a:avLst/>
              </a:prstGeom>
              <a:blipFill rotWithShape="1">
                <a:blip r:embed="rId6"/>
                <a:stretch>
                  <a:fillRect b="-5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肘形连接符 54"/>
          <p:cNvCxnSpPr>
            <a:stCxn id="81" idx="2"/>
            <a:endCxn id="101" idx="3"/>
          </p:cNvCxnSpPr>
          <p:nvPr/>
        </p:nvCxnSpPr>
        <p:spPr>
          <a:xfrm rot="5400000">
            <a:off x="9463405" y="3491230"/>
            <a:ext cx="1203325" cy="1136650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endCxn id="3" idx="3"/>
          </p:cNvCxnSpPr>
          <p:nvPr/>
        </p:nvCxnSpPr>
        <p:spPr>
          <a:xfrm rot="16200000" flipV="1">
            <a:off x="9435465" y="4067810"/>
            <a:ext cx="641985" cy="528955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endCxn id="52" idx="3"/>
          </p:cNvCxnSpPr>
          <p:nvPr/>
        </p:nvCxnSpPr>
        <p:spPr>
          <a:xfrm rot="5400000">
            <a:off x="9415145" y="4747895"/>
            <a:ext cx="687705" cy="525780"/>
          </a:xfrm>
          <a:prstGeom prst="bentConnector2">
            <a:avLst/>
          </a:prstGeom>
          <a:ln w="28575">
            <a:solidFill>
              <a:srgbClr val="C65F1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8" idx="1"/>
          </p:cNvCxnSpPr>
          <p:nvPr/>
        </p:nvCxnSpPr>
        <p:spPr>
          <a:xfrm flipH="1">
            <a:off x="6990715" y="4657725"/>
            <a:ext cx="662305" cy="317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3" idx="1"/>
          </p:cNvCxnSpPr>
          <p:nvPr/>
        </p:nvCxnSpPr>
        <p:spPr>
          <a:xfrm rot="10800000" flipV="1">
            <a:off x="6990080" y="4010660"/>
            <a:ext cx="662305" cy="509905"/>
          </a:xfrm>
          <a:prstGeom prst="bentConnector3">
            <a:avLst>
              <a:gd name="adj1" fmla="val 4995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52" idx="1"/>
          </p:cNvCxnSpPr>
          <p:nvPr/>
        </p:nvCxnSpPr>
        <p:spPr>
          <a:xfrm rot="10800000">
            <a:off x="6993890" y="4815205"/>
            <a:ext cx="662305" cy="539750"/>
          </a:xfrm>
          <a:prstGeom prst="bentConnector3">
            <a:avLst>
              <a:gd name="adj1" fmla="val 4995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5" name="流程图: 延期 74"/>
          <p:cNvSpPr/>
          <p:nvPr/>
        </p:nvSpPr>
        <p:spPr>
          <a:xfrm rot="10800000">
            <a:off x="6517640" y="4404995"/>
            <a:ext cx="473075" cy="511810"/>
          </a:xfrm>
          <a:prstGeom prst="flowChartDelay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6" name="肘形连接符 75"/>
          <p:cNvCxnSpPr>
            <a:stCxn id="75" idx="3"/>
            <a:endCxn id="77" idx="3"/>
          </p:cNvCxnSpPr>
          <p:nvPr/>
        </p:nvCxnSpPr>
        <p:spPr>
          <a:xfrm rot="10800000">
            <a:off x="5904230" y="4251325"/>
            <a:ext cx="613410" cy="409575"/>
          </a:xfrm>
          <a:prstGeom prst="bentConnector3">
            <a:avLst>
              <a:gd name="adj1" fmla="val 50000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圆角矩形 76"/>
          <p:cNvSpPr/>
          <p:nvPr/>
        </p:nvSpPr>
        <p:spPr>
          <a:xfrm>
            <a:off x="3202940" y="4029075"/>
            <a:ext cx="2701290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本框 77"/>
              <p:cNvSpPr txBox="1"/>
              <p:nvPr/>
            </p:nvSpPr>
            <p:spPr>
              <a:xfrm>
                <a:off x="2995295" y="4065270"/>
                <a:ext cx="3106420" cy="3321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𝑟𝑒𝑠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=(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𝑡𝑜𝑝𝑘</m:t>
                          </m:r>
                        </m:sub>
                      </m:sSub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charset="0"/>
                          <a:cs typeface="Cambria Math" panose="02040503050406030204" charset="0"/>
                        </a:rPr>
                        <m:t>𝛼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𝑓𝑢𝑙𝑙</m:t>
                          </m:r>
                        </m:sub>
                      </m:sSub>
                    </m:oMath>
                  </m:oMathPara>
                </a14:m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8" name="文本框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5295" y="4065270"/>
                <a:ext cx="3106420" cy="33210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圆角矩形 78"/>
          <p:cNvSpPr/>
          <p:nvPr/>
        </p:nvSpPr>
        <p:spPr>
          <a:xfrm>
            <a:off x="4064000" y="4821555"/>
            <a:ext cx="1273810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本框 79"/>
              <p:cNvSpPr txBox="1"/>
              <p:nvPr/>
            </p:nvSpPr>
            <p:spPr>
              <a:xfrm>
                <a:off x="4220210" y="4835525"/>
                <a:ext cx="977265" cy="379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𝑓𝑢𝑙𝑙</m:t>
                          </m:r>
                        </m:sub>
                      </m:sSub>
                    </m:oMath>
                  </m:oMathPara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0" name="文本框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210" y="4835525"/>
                <a:ext cx="977265" cy="37909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肘形连接符 81"/>
          <p:cNvCxnSpPr>
            <a:endCxn id="79" idx="3"/>
          </p:cNvCxnSpPr>
          <p:nvPr/>
        </p:nvCxnSpPr>
        <p:spPr>
          <a:xfrm rot="10800000" flipV="1">
            <a:off x="5337810" y="4660265"/>
            <a:ext cx="885190" cy="382905"/>
          </a:xfrm>
          <a:prstGeom prst="bentConnector3">
            <a:avLst>
              <a:gd name="adj1" fmla="val 932"/>
            </a:avLst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8" name="圆角矩形 87"/>
          <p:cNvSpPr/>
          <p:nvPr/>
        </p:nvSpPr>
        <p:spPr>
          <a:xfrm>
            <a:off x="1094740" y="4402455"/>
            <a:ext cx="1363345" cy="444500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/>
              <p:cNvSpPr txBox="1"/>
              <p:nvPr/>
            </p:nvSpPr>
            <p:spPr>
              <a:xfrm>
                <a:off x="1071880" y="4436110"/>
                <a:ext cx="2364740" cy="3098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𝑓𝑖𝑛𝑎𝑙</m:t>
                        </m:r>
                      </m:sub>
                    </m:sSub>
                  </m:oMath>
                </a14:m>
                <a:r>
                  <a:rPr lang="en-US" altLang="zh-CN" sz="1600" i="1">
                    <a:latin typeface="Cambria Math" panose="02040503050406030204" charset="0"/>
                    <a:cs typeface="Cambria Math" panose="02040503050406030204" charset="0"/>
                  </a:rPr>
                  <a:t>(norm)</a:t>
                </a:r>
                <a:endParaRPr lang="en-US" altLang="zh-CN" sz="16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91" name="文本框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880" y="4436110"/>
                <a:ext cx="2364740" cy="309880"/>
              </a:xfrm>
              <a:prstGeom prst="rect">
                <a:avLst/>
              </a:prstGeom>
              <a:blipFill rotWithShape="1">
                <a:blip r:embed="rId9"/>
                <a:stretch>
                  <a:fillRect b="-67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7073900" y="5391785"/>
                <a:ext cx="3007360" cy="275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𝛿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𝑐𝑜𝑠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𝑝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𝑓𝑢𝑙𝑙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𝑝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_</m:t>
                      </m:r>
                      <m:r>
                        <a:rPr lang="en-US" altLang="zh-CN" sz="1200" i="1">
                          <a:latin typeface="Cambria Math" panose="02040503050406030204" charset="0"/>
                          <a:cs typeface="Cambria Math" panose="02040503050406030204" charset="0"/>
                        </a:rPr>
                        <m:t>𝑡𝑜𝑝𝑘</m:t>
                      </m:r>
                      <m:r>
                        <a:rPr lang="en-US" altLang="zh-CN" sz="12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en-US" altLang="zh-CN" sz="1200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900" y="5391785"/>
                <a:ext cx="3007360" cy="27559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圆角矩形 80"/>
          <p:cNvSpPr/>
          <p:nvPr/>
        </p:nvSpPr>
        <p:spPr>
          <a:xfrm>
            <a:off x="9998075" y="2690495"/>
            <a:ext cx="1269365" cy="767715"/>
          </a:xfrm>
          <a:prstGeom prst="round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9920605" y="2780665"/>
            <a:ext cx="13754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  state from</a:t>
            </a:r>
            <a:endParaRPr lang="en-US" altLang="zh-CN" sz="1600"/>
          </a:p>
          <a:p>
            <a:r>
              <a:rPr lang="en-US" altLang="zh-CN" sz="1200"/>
              <a:t>(F, ω_full, ω_topk)</a:t>
            </a:r>
            <a:endParaRPr lang="en-US" altLang="zh-CN" sz="1200"/>
          </a:p>
        </p:txBody>
      </p:sp>
      <p:cxnSp>
        <p:nvCxnSpPr>
          <p:cNvPr id="94" name="直接箭头连接符 93"/>
          <p:cNvCxnSpPr>
            <a:stCxn id="85" idx="2"/>
            <a:endCxn id="81" idx="0"/>
          </p:cNvCxnSpPr>
          <p:nvPr/>
        </p:nvCxnSpPr>
        <p:spPr>
          <a:xfrm>
            <a:off x="10626090" y="2308225"/>
            <a:ext cx="6985" cy="382270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2" name="等腰三角形 101"/>
          <p:cNvSpPr/>
          <p:nvPr/>
        </p:nvSpPr>
        <p:spPr>
          <a:xfrm rot="16200000">
            <a:off x="2632075" y="4522470"/>
            <a:ext cx="261620" cy="210820"/>
          </a:xfrm>
          <a:prstGeom prst="triangle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7" name="肘形连接符 106"/>
          <p:cNvCxnSpPr/>
          <p:nvPr/>
        </p:nvCxnSpPr>
        <p:spPr>
          <a:xfrm rot="10800000" flipV="1">
            <a:off x="2868295" y="4248150"/>
            <a:ext cx="336550" cy="375920"/>
          </a:xfrm>
          <a:prstGeom prst="bentConnector3">
            <a:avLst>
              <a:gd name="adj1" fmla="val 50000"/>
            </a:avLst>
          </a:prstGeom>
          <a:ln w="31750" cap="rnd">
            <a:solidFill>
              <a:srgbClr val="C65F1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8" name="肘形连接符 107"/>
          <p:cNvCxnSpPr>
            <a:stCxn id="79" idx="1"/>
          </p:cNvCxnSpPr>
          <p:nvPr/>
        </p:nvCxnSpPr>
        <p:spPr>
          <a:xfrm rot="10800000">
            <a:off x="3004820" y="4624705"/>
            <a:ext cx="1058545" cy="418465"/>
          </a:xfrm>
          <a:prstGeom prst="bentConnector3">
            <a:avLst>
              <a:gd name="adj1" fmla="val 97000"/>
            </a:avLst>
          </a:prstGeom>
          <a:ln w="31750" cap="rnd">
            <a:solidFill>
              <a:srgbClr val="C65F10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102" idx="0"/>
          </p:cNvCxnSpPr>
          <p:nvPr/>
        </p:nvCxnSpPr>
        <p:spPr>
          <a:xfrm flipH="1" flipV="1">
            <a:off x="2459355" y="4620895"/>
            <a:ext cx="198120" cy="698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18435" y="1775460"/>
            <a:ext cx="2217420" cy="2545080"/>
          </a:xfrm>
          <a:prstGeom prst="rect">
            <a:avLst/>
          </a:prstGeom>
        </p:spPr>
      </p:pic>
      <p:grpSp>
        <p:nvGrpSpPr>
          <p:cNvPr id="105" name="组合 104"/>
          <p:cNvGrpSpPr/>
          <p:nvPr/>
        </p:nvGrpSpPr>
        <p:grpSpPr>
          <a:xfrm>
            <a:off x="1155700" y="440690"/>
            <a:ext cx="10224135" cy="5235575"/>
            <a:chOff x="415" y="-33"/>
            <a:chExt cx="16101" cy="8245"/>
          </a:xfrm>
        </p:grpSpPr>
        <p:sp>
          <p:nvSpPr>
            <p:cNvPr id="99" name="文本框 98"/>
            <p:cNvSpPr txBox="1"/>
            <p:nvPr/>
          </p:nvSpPr>
          <p:spPr>
            <a:xfrm>
              <a:off x="7342" y="-33"/>
              <a:ext cx="2128" cy="7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>
                  <a:sym typeface="+mn-ea"/>
                </a:rPr>
                <a:t>RTG-TopK</a:t>
              </a:r>
              <a:endParaRPr lang="en-US" altLang="zh-CN" b="1">
                <a:solidFill>
                  <a:schemeClr val="tx1"/>
                </a:solidFill>
              </a:endParaRPr>
            </a:p>
            <a:p>
              <a:endParaRPr lang="zh-CN" altLang="en-US"/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755" y="1637"/>
              <a:ext cx="3481" cy="345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1922" y="1954"/>
              <a:ext cx="305" cy="31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2493" y="1954"/>
              <a:ext cx="301" cy="31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843" y="4424"/>
              <a:ext cx="227" cy="256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2154" y="2266"/>
              <a:ext cx="266" cy="28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1671" y="2266"/>
              <a:ext cx="202" cy="203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1233" y="2764"/>
              <a:ext cx="305" cy="31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737" y="3084"/>
              <a:ext cx="271" cy="262"/>
            </a:xfrm>
            <a:prstGeom prst="ellipse">
              <a:avLst/>
            </a:prstGeom>
            <a:solidFill>
              <a:srgbClr val="F8EAD9"/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538" y="3478"/>
              <a:ext cx="305" cy="31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122" y="3790"/>
              <a:ext cx="305" cy="312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683" y="3934"/>
              <a:ext cx="290" cy="284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2880" y="2163"/>
              <a:ext cx="305" cy="312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3358" y="2525"/>
              <a:ext cx="305" cy="312"/>
            </a:xfrm>
            <a:prstGeom prst="ellipse">
              <a:avLst/>
            </a:prstGeom>
            <a:solidFill>
              <a:srgbClr val="EADDD0"/>
            </a:solidFill>
            <a:ln>
              <a:solidFill>
                <a:srgbClr val="B89B7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3624" y="3212"/>
              <a:ext cx="272" cy="2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2651" y="2651"/>
              <a:ext cx="339" cy="35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2049" y="2651"/>
              <a:ext cx="440" cy="42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3152" y="2909"/>
              <a:ext cx="339" cy="35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圆角矩形 23"/>
            <p:cNvSpPr/>
            <p:nvPr/>
          </p:nvSpPr>
          <p:spPr>
            <a:xfrm>
              <a:off x="2747" y="3212"/>
              <a:ext cx="272" cy="272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2273" y="3343"/>
              <a:ext cx="272" cy="272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3491" y="3650"/>
              <a:ext cx="271" cy="28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2943" y="4102"/>
              <a:ext cx="339" cy="35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2154" y="3882"/>
              <a:ext cx="339" cy="358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2418" y="4507"/>
              <a:ext cx="329" cy="321"/>
            </a:xfrm>
            <a:prstGeom prst="roundRect">
              <a:avLst/>
            </a:prstGeom>
            <a:solidFill>
              <a:srgbClr val="EADDD0"/>
            </a:solidFill>
            <a:ln w="12700">
              <a:solidFill>
                <a:srgbClr val="B89B7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圆角矩形 30"/>
            <p:cNvSpPr/>
            <p:nvPr/>
          </p:nvSpPr>
          <p:spPr>
            <a:xfrm>
              <a:off x="2794" y="3747"/>
              <a:ext cx="250" cy="246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1436" y="1057"/>
              <a:ext cx="226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Token Pool</a:t>
              </a:r>
              <a:endParaRPr lang="en-US" altLang="zh-CN"/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4684" y="3007"/>
              <a:ext cx="5496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 flipV="1">
              <a:off x="4684" y="3733"/>
              <a:ext cx="5524" cy="2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圆角矩形 34"/>
            <p:cNvSpPr/>
            <p:nvPr/>
          </p:nvSpPr>
          <p:spPr>
            <a:xfrm>
              <a:off x="4882" y="3204"/>
              <a:ext cx="340" cy="337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圆角矩形 35"/>
            <p:cNvSpPr/>
            <p:nvPr/>
          </p:nvSpPr>
          <p:spPr>
            <a:xfrm>
              <a:off x="5422" y="3196"/>
              <a:ext cx="340" cy="337"/>
            </a:xfrm>
            <a:prstGeom prst="roundRect">
              <a:avLst/>
            </a:prstGeom>
            <a:solidFill>
              <a:srgbClr val="D66012"/>
            </a:solidFill>
            <a:ln w="12700">
              <a:solidFill>
                <a:srgbClr val="D66012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圆角矩形 36"/>
            <p:cNvSpPr/>
            <p:nvPr/>
          </p:nvSpPr>
          <p:spPr>
            <a:xfrm>
              <a:off x="5946" y="3204"/>
              <a:ext cx="340" cy="337"/>
            </a:xfrm>
            <a:prstGeom prst="roundRect">
              <a:avLst/>
            </a:prstGeom>
            <a:solidFill>
              <a:srgbClr val="ED6919"/>
            </a:solidFill>
            <a:ln w="12700">
              <a:solidFill>
                <a:srgbClr val="ED691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圆角矩形 37"/>
            <p:cNvSpPr/>
            <p:nvPr/>
          </p:nvSpPr>
          <p:spPr>
            <a:xfrm>
              <a:off x="6479" y="3196"/>
              <a:ext cx="340" cy="337"/>
            </a:xfrm>
            <a:prstGeom prst="roundRect">
              <a:avLst/>
            </a:prstGeom>
            <a:solidFill>
              <a:srgbClr val="F18646"/>
            </a:solidFill>
            <a:ln w="12700">
              <a:solidFill>
                <a:srgbClr val="F1864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圆角矩形 38"/>
            <p:cNvSpPr/>
            <p:nvPr/>
          </p:nvSpPr>
          <p:spPr>
            <a:xfrm>
              <a:off x="7002" y="3196"/>
              <a:ext cx="340" cy="337"/>
            </a:xfrm>
            <a:prstGeom prst="roundRect">
              <a:avLst/>
            </a:prstGeom>
            <a:solidFill>
              <a:srgbClr val="F6AE86"/>
            </a:solidFill>
            <a:ln w="12700">
              <a:solidFill>
                <a:srgbClr val="F6AE8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>
              <a:off x="7542" y="3188"/>
              <a:ext cx="340" cy="337"/>
            </a:xfrm>
            <a:prstGeom prst="roundRect">
              <a:avLst/>
            </a:prstGeom>
            <a:solidFill>
              <a:srgbClr val="F9C7AC"/>
            </a:solidFill>
            <a:ln w="12700">
              <a:solidFill>
                <a:srgbClr val="F9C7A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8066" y="3196"/>
              <a:ext cx="340" cy="337"/>
            </a:xfrm>
            <a:prstGeom prst="roundRect">
              <a:avLst/>
            </a:prstGeom>
            <a:solidFill>
              <a:srgbClr val="FCDDCF"/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2" name="圆角矩形 41"/>
            <p:cNvSpPr/>
            <p:nvPr/>
          </p:nvSpPr>
          <p:spPr>
            <a:xfrm>
              <a:off x="8599" y="3188"/>
              <a:ext cx="340" cy="33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3" name="直接箭头连接符 42"/>
            <p:cNvCxnSpPr/>
            <p:nvPr/>
          </p:nvCxnSpPr>
          <p:spPr>
            <a:xfrm>
              <a:off x="4236" y="3362"/>
              <a:ext cx="41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矩形 43"/>
            <p:cNvSpPr/>
            <p:nvPr/>
          </p:nvSpPr>
          <p:spPr>
            <a:xfrm>
              <a:off x="9236" y="1939"/>
              <a:ext cx="119" cy="2881"/>
            </a:xfrm>
            <a:prstGeom prst="rect">
              <a:avLst/>
            </a:prstGeom>
            <a:solidFill>
              <a:srgbClr val="F8CBAC"/>
            </a:solidFill>
            <a:ln>
              <a:solidFill>
                <a:srgbClr val="B15A16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6366" y="2776"/>
              <a:ext cx="1476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7" name="文本框 46"/>
            <p:cNvSpPr txBox="1"/>
            <p:nvPr/>
          </p:nvSpPr>
          <p:spPr>
            <a:xfrm>
              <a:off x="5872" y="1969"/>
              <a:ext cx="253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Ranking Belt</a:t>
              </a:r>
              <a:endParaRPr lang="en-US" altLang="zh-CN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8626" y="850"/>
              <a:ext cx="168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K Gate</a:t>
              </a:r>
              <a:endParaRPr lang="en-US" altLang="zh-C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7700" y="1298"/>
                  <a:ext cx="346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𝑐𝑒𝑖𝑙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∙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𝐻𝑊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0" y="1298"/>
                  <a:ext cx="3467" cy="580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接连接符 49"/>
            <p:cNvCxnSpPr/>
            <p:nvPr/>
          </p:nvCxnSpPr>
          <p:spPr>
            <a:xfrm flipV="1">
              <a:off x="10166" y="2217"/>
              <a:ext cx="795" cy="795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0946" y="2222"/>
              <a:ext cx="3250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/>
          </p:nvCxnSpPr>
          <p:spPr>
            <a:xfrm>
              <a:off x="10195" y="3723"/>
              <a:ext cx="844" cy="844"/>
            </a:xfrm>
            <a:prstGeom prst="line">
              <a:avLst/>
            </a:prstGeom>
            <a:ln w="28575">
              <a:solidFill>
                <a:srgbClr val="FAD0B5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10976" y="2909"/>
              <a:ext cx="3245" cy="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10961" y="4507"/>
              <a:ext cx="2916" cy="0"/>
            </a:xfrm>
            <a:prstGeom prst="line">
              <a:avLst/>
            </a:prstGeom>
            <a:ln w="28575">
              <a:solidFill>
                <a:srgbClr val="FAD0B5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10946" y="3882"/>
              <a:ext cx="2902" cy="0"/>
            </a:xfrm>
            <a:prstGeom prst="line">
              <a:avLst/>
            </a:prstGeom>
            <a:ln w="28575">
              <a:solidFill>
                <a:srgbClr val="FAD0B5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9" name="组合 68"/>
            <p:cNvGrpSpPr/>
            <p:nvPr/>
          </p:nvGrpSpPr>
          <p:grpSpPr>
            <a:xfrm rot="0">
              <a:off x="11354" y="2389"/>
              <a:ext cx="2460" cy="344"/>
              <a:chOff x="9897" y="4109"/>
              <a:chExt cx="2460" cy="344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9897" y="4117"/>
                <a:ext cx="340" cy="337"/>
              </a:xfrm>
              <a:prstGeom prst="roundRect">
                <a:avLst/>
              </a:prstGeom>
              <a:solidFill>
                <a:schemeClr val="accent2">
                  <a:lumMod val="75000"/>
                </a:schemeClr>
              </a:solidFill>
              <a:ln w="12700"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10437" y="4109"/>
                <a:ext cx="340" cy="337"/>
              </a:xfrm>
              <a:prstGeom prst="roundRect">
                <a:avLst/>
              </a:prstGeom>
              <a:solidFill>
                <a:srgbClr val="D66012"/>
              </a:solidFill>
              <a:ln w="12700">
                <a:solidFill>
                  <a:srgbClr val="D6601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6" name="圆角矩形 65"/>
              <p:cNvSpPr/>
              <p:nvPr/>
            </p:nvSpPr>
            <p:spPr>
              <a:xfrm>
                <a:off x="10961" y="4117"/>
                <a:ext cx="340" cy="337"/>
              </a:xfrm>
              <a:prstGeom prst="roundRect">
                <a:avLst/>
              </a:prstGeom>
              <a:solidFill>
                <a:srgbClr val="ED6919"/>
              </a:solidFill>
              <a:ln w="12700">
                <a:solidFill>
                  <a:srgbClr val="ED691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圆角矩形 66"/>
              <p:cNvSpPr/>
              <p:nvPr/>
            </p:nvSpPr>
            <p:spPr>
              <a:xfrm>
                <a:off x="11494" y="4109"/>
                <a:ext cx="340" cy="337"/>
              </a:xfrm>
              <a:prstGeom prst="roundRect">
                <a:avLst/>
              </a:prstGeom>
              <a:solidFill>
                <a:srgbClr val="F18646"/>
              </a:solidFill>
              <a:ln w="12700">
                <a:solidFill>
                  <a:srgbClr val="F1864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>
                <a:off x="12017" y="4109"/>
                <a:ext cx="340" cy="337"/>
              </a:xfrm>
              <a:prstGeom prst="roundRect">
                <a:avLst/>
              </a:prstGeom>
              <a:solidFill>
                <a:srgbClr val="F6AE86"/>
              </a:solidFill>
              <a:ln w="12700">
                <a:solidFill>
                  <a:srgbClr val="F6AE86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70" name="直接连接符 69"/>
            <p:cNvCxnSpPr/>
            <p:nvPr/>
          </p:nvCxnSpPr>
          <p:spPr>
            <a:xfrm flipV="1">
              <a:off x="10500" y="2909"/>
              <a:ext cx="490" cy="490"/>
            </a:xfrm>
            <a:prstGeom prst="line">
              <a:avLst/>
            </a:prstGeom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10485" y="3391"/>
              <a:ext cx="482" cy="483"/>
            </a:xfrm>
            <a:prstGeom prst="line">
              <a:avLst/>
            </a:prstGeom>
            <a:ln w="28575">
              <a:solidFill>
                <a:srgbClr val="FAD0B5"/>
              </a:solidFill>
              <a:prstDash val="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2" name="圆角矩形 71"/>
            <p:cNvSpPr/>
            <p:nvPr/>
          </p:nvSpPr>
          <p:spPr>
            <a:xfrm>
              <a:off x="11145" y="4025"/>
              <a:ext cx="340" cy="337"/>
            </a:xfrm>
            <a:prstGeom prst="roundRect">
              <a:avLst/>
            </a:prstGeom>
            <a:solidFill>
              <a:srgbClr val="F9C7AC"/>
            </a:solidFill>
            <a:ln w="12700">
              <a:solidFill>
                <a:srgbClr val="F9C7AC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圆角矩形 72"/>
            <p:cNvSpPr/>
            <p:nvPr/>
          </p:nvSpPr>
          <p:spPr>
            <a:xfrm>
              <a:off x="11669" y="4033"/>
              <a:ext cx="340" cy="337"/>
            </a:xfrm>
            <a:prstGeom prst="roundRect">
              <a:avLst/>
            </a:prstGeom>
            <a:solidFill>
              <a:srgbClr val="FCDDCF"/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圆角矩形 73"/>
            <p:cNvSpPr/>
            <p:nvPr/>
          </p:nvSpPr>
          <p:spPr>
            <a:xfrm>
              <a:off x="12202" y="4025"/>
              <a:ext cx="340" cy="337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84" name="直接箭头连接符 83"/>
            <p:cNvCxnSpPr/>
            <p:nvPr/>
          </p:nvCxnSpPr>
          <p:spPr>
            <a:xfrm>
              <a:off x="14341" y="2549"/>
              <a:ext cx="410" cy="0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5" name="圆角矩形 84"/>
            <p:cNvSpPr/>
            <p:nvPr/>
          </p:nvSpPr>
          <p:spPr>
            <a:xfrm>
              <a:off x="14903" y="2222"/>
              <a:ext cx="1115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文本框 85"/>
                <p:cNvSpPr txBox="1"/>
                <p:nvPr/>
              </p:nvSpPr>
              <p:spPr>
                <a:xfrm>
                  <a:off x="14891" y="2217"/>
                  <a:ext cx="1177" cy="5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𝑡𝑜𝑝𝑘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86" name="文本框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91" y="2217"/>
                  <a:ext cx="1177" cy="557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圆角矩形 86"/>
            <p:cNvSpPr/>
            <p:nvPr/>
          </p:nvSpPr>
          <p:spPr>
            <a:xfrm>
              <a:off x="12735" y="4025"/>
              <a:ext cx="340" cy="337"/>
            </a:xfrm>
            <a:prstGeom prst="roundRect">
              <a:avLst/>
            </a:prstGeom>
            <a:solidFill>
              <a:srgbClr val="FEF6F1"/>
            </a:solidFill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圆角矩形 88"/>
            <p:cNvSpPr/>
            <p:nvPr/>
          </p:nvSpPr>
          <p:spPr>
            <a:xfrm>
              <a:off x="13275" y="4033"/>
              <a:ext cx="340" cy="337"/>
            </a:xfrm>
            <a:prstGeom prst="roundRect">
              <a:avLst/>
            </a:prstGeom>
            <a:solidFill>
              <a:srgbClr val="FEF6F1"/>
            </a:solidFill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圆角矩形 89"/>
            <p:cNvSpPr/>
            <p:nvPr/>
          </p:nvSpPr>
          <p:spPr>
            <a:xfrm>
              <a:off x="13809" y="4033"/>
              <a:ext cx="340" cy="337"/>
            </a:xfrm>
            <a:prstGeom prst="roundRect">
              <a:avLst/>
            </a:prstGeom>
            <a:solidFill>
              <a:srgbClr val="FEF6F1"/>
            </a:solidFill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11885" y="1412"/>
              <a:ext cx="139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Top-</a:t>
              </a:r>
              <a:r>
                <a:rPr lang="en-US" altLang="zh-CN"/>
                <a:t>K</a:t>
              </a:r>
              <a:endParaRPr lang="en-US" altLang="zh-CN"/>
            </a:p>
          </p:txBody>
        </p:sp>
        <p:sp>
          <p:nvSpPr>
            <p:cNvPr id="3" name="圆角矩形 2"/>
            <p:cNvSpPr/>
            <p:nvPr/>
          </p:nvSpPr>
          <p:spPr>
            <a:xfrm>
              <a:off x="10779" y="5254"/>
              <a:ext cx="2897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/>
                <p:cNvSpPr txBox="1"/>
                <p:nvPr/>
              </p:nvSpPr>
              <p:spPr>
                <a:xfrm>
                  <a:off x="10897" y="5324"/>
                  <a:ext cx="2678" cy="57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𝑔𝑎𝑡𝑒</m:t>
                            </m:r>
                          </m:sub>
                        </m:sSub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97" y="5324"/>
                  <a:ext cx="2678" cy="570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圆角矩形 7"/>
            <p:cNvSpPr/>
            <p:nvPr/>
          </p:nvSpPr>
          <p:spPr>
            <a:xfrm>
              <a:off x="10779" y="6272"/>
              <a:ext cx="2897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/>
                <p:cNvSpPr txBox="1"/>
                <p:nvPr/>
              </p:nvSpPr>
              <p:spPr>
                <a:xfrm>
                  <a:off x="10593" y="6332"/>
                  <a:ext cx="3323" cy="59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𝑚𝑎𝑠𝑠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𝑘𝑒𝑒𝑝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𝑚𝑖𝑛</m:t>
                            </m:r>
                          </m:sub>
                        </m:sSub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6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93" y="6332"/>
                  <a:ext cx="3323" cy="596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圆角矩形 51"/>
            <p:cNvSpPr/>
            <p:nvPr/>
          </p:nvSpPr>
          <p:spPr>
            <a:xfrm>
              <a:off x="10784" y="7282"/>
              <a:ext cx="2897" cy="875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文本框 53"/>
                <p:cNvSpPr txBox="1"/>
                <p:nvPr/>
              </p:nvSpPr>
              <p:spPr>
                <a:xfrm>
                  <a:off x="10902" y="7352"/>
                  <a:ext cx="2678" cy="47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𝛿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𝑡ℎ</m:t>
                            </m:r>
                          </m:sub>
                        </m:sSub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54" name="文本框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" y="7352"/>
                  <a:ext cx="2678" cy="478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5" name="肘形连接符 54"/>
            <p:cNvCxnSpPr>
              <a:stCxn id="81" idx="2"/>
              <a:endCxn id="101" idx="3"/>
            </p:cNvCxnSpPr>
            <p:nvPr/>
          </p:nvCxnSpPr>
          <p:spPr>
            <a:xfrm rot="5400000">
              <a:off x="13630" y="4785"/>
              <a:ext cx="1895" cy="1790"/>
            </a:xfrm>
            <a:prstGeom prst="bentConnector2">
              <a:avLst/>
            </a:prstGeom>
            <a:ln w="28575">
              <a:solidFill>
                <a:srgbClr val="C65F1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肘形连接符 58"/>
            <p:cNvCxnSpPr>
              <a:endCxn id="3" idx="3"/>
            </p:cNvCxnSpPr>
            <p:nvPr/>
          </p:nvCxnSpPr>
          <p:spPr>
            <a:xfrm rot="16200000" flipV="1">
              <a:off x="13586" y="5693"/>
              <a:ext cx="1011" cy="833"/>
            </a:xfrm>
            <a:prstGeom prst="bentConnector2">
              <a:avLst/>
            </a:prstGeom>
            <a:ln w="28575">
              <a:solidFill>
                <a:srgbClr val="C65F1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肘形连接符 59"/>
            <p:cNvCxnSpPr>
              <a:endCxn id="52" idx="3"/>
            </p:cNvCxnSpPr>
            <p:nvPr/>
          </p:nvCxnSpPr>
          <p:spPr>
            <a:xfrm rot="5400000">
              <a:off x="13554" y="6764"/>
              <a:ext cx="1083" cy="828"/>
            </a:xfrm>
            <a:prstGeom prst="bentConnector2">
              <a:avLst/>
            </a:prstGeom>
            <a:ln w="28575">
              <a:solidFill>
                <a:srgbClr val="C65F1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箭头连接符 60"/>
            <p:cNvCxnSpPr>
              <a:stCxn id="8" idx="1"/>
            </p:cNvCxnSpPr>
            <p:nvPr/>
          </p:nvCxnSpPr>
          <p:spPr>
            <a:xfrm flipH="1">
              <a:off x="9736" y="6622"/>
              <a:ext cx="1043" cy="5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2" name="肘形连接符 61"/>
            <p:cNvCxnSpPr>
              <a:stCxn id="3" idx="1"/>
            </p:cNvCxnSpPr>
            <p:nvPr/>
          </p:nvCxnSpPr>
          <p:spPr>
            <a:xfrm rot="10800000" flipV="1">
              <a:off x="9735" y="5603"/>
              <a:ext cx="1043" cy="803"/>
            </a:xfrm>
            <a:prstGeom prst="bentConnector3">
              <a:avLst>
                <a:gd name="adj1" fmla="val 49952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3" name="肘形连接符 62"/>
            <p:cNvCxnSpPr>
              <a:stCxn id="52" idx="1"/>
            </p:cNvCxnSpPr>
            <p:nvPr/>
          </p:nvCxnSpPr>
          <p:spPr>
            <a:xfrm rot="10800000">
              <a:off x="9741" y="6870"/>
              <a:ext cx="1043" cy="850"/>
            </a:xfrm>
            <a:prstGeom prst="bentConnector3">
              <a:avLst>
                <a:gd name="adj1" fmla="val 49952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5" name="流程图: 延期 74"/>
            <p:cNvSpPr/>
            <p:nvPr/>
          </p:nvSpPr>
          <p:spPr>
            <a:xfrm rot="10800000">
              <a:off x="8991" y="6224"/>
              <a:ext cx="745" cy="806"/>
            </a:xfrm>
            <a:prstGeom prst="flowChartDelay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76" name="肘形连接符 75"/>
            <p:cNvCxnSpPr>
              <a:stCxn id="75" idx="3"/>
              <a:endCxn id="77" idx="3"/>
            </p:cNvCxnSpPr>
            <p:nvPr/>
          </p:nvCxnSpPr>
          <p:spPr>
            <a:xfrm rot="10800000">
              <a:off x="8025" y="5982"/>
              <a:ext cx="966" cy="645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7" name="圆角矩形 76"/>
            <p:cNvSpPr/>
            <p:nvPr/>
          </p:nvSpPr>
          <p:spPr>
            <a:xfrm>
              <a:off x="3771" y="5632"/>
              <a:ext cx="4254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文本框 77"/>
                <p:cNvSpPr txBox="1"/>
                <p:nvPr/>
              </p:nvSpPr>
              <p:spPr>
                <a:xfrm>
                  <a:off x="3444" y="5689"/>
                  <a:ext cx="4892" cy="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𝑟𝑒𝑠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=(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𝑡𝑜𝑝𝑘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+</m:t>
                        </m:r>
                        <m:r>
                          <a:rPr lang="en-US" altLang="zh-CN" sz="1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𝛼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𝑓𝑢𝑙𝑙</m:t>
                            </m:r>
                          </m:sub>
                        </m:sSub>
                      </m:oMath>
                    </m:oMathPara>
                  </a14:m>
                  <a:endParaRPr lang="en-US" altLang="zh-CN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78" name="文本框 7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4" y="5689"/>
                  <a:ext cx="4892" cy="523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9" name="圆角矩形 78"/>
            <p:cNvSpPr/>
            <p:nvPr/>
          </p:nvSpPr>
          <p:spPr>
            <a:xfrm>
              <a:off x="5127" y="6880"/>
              <a:ext cx="2006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文本框 79"/>
                <p:cNvSpPr txBox="1"/>
                <p:nvPr/>
              </p:nvSpPr>
              <p:spPr>
                <a:xfrm>
                  <a:off x="5373" y="6902"/>
                  <a:ext cx="1539" cy="5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𝑓𝑢𝑙𝑙</m:t>
                            </m:r>
                          </m:sub>
                        </m:sSub>
                      </m:oMath>
                    </m:oMathPara>
                  </a14:m>
                  <a:endParaRPr lang="en-US" altLang="zh-CN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80" name="文本框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73" y="6902"/>
                  <a:ext cx="1539" cy="59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肘形连接符 81"/>
            <p:cNvCxnSpPr>
              <a:endCxn id="79" idx="3"/>
            </p:cNvCxnSpPr>
            <p:nvPr/>
          </p:nvCxnSpPr>
          <p:spPr>
            <a:xfrm rot="10800000" flipV="1">
              <a:off x="7133" y="6626"/>
              <a:ext cx="1394" cy="603"/>
            </a:xfrm>
            <a:prstGeom prst="bentConnector3">
              <a:avLst>
                <a:gd name="adj1" fmla="val 932"/>
              </a:avLst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8" name="圆角矩形 87"/>
            <p:cNvSpPr/>
            <p:nvPr/>
          </p:nvSpPr>
          <p:spPr>
            <a:xfrm>
              <a:off x="451" y="6220"/>
              <a:ext cx="2147" cy="700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文本框 90"/>
                <p:cNvSpPr txBox="1"/>
                <p:nvPr/>
              </p:nvSpPr>
              <p:spPr>
                <a:xfrm>
                  <a:off x="415" y="6273"/>
                  <a:ext cx="3724" cy="4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𝑓𝑖𝑛𝑎𝑙</m:t>
                          </m:r>
                        </m:sub>
                      </m:sSub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cs typeface="Cambria Math" panose="02040503050406030204" charset="0"/>
                    </a:rPr>
                    <a:t>(norm)</a:t>
                  </a:r>
                  <a:endParaRPr lang="en-US" altLang="zh-CN" sz="16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91" name="文本框 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" y="6273"/>
                  <a:ext cx="3724" cy="488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9867" y="7778"/>
                  <a:ext cx="4736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𝛿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𝑐𝑜𝑠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𝑓𝑢𝑙𝑙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_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𝑡𝑜𝑝𝑘</m:t>
                        </m:r>
                        <m:r>
                          <a:rPr lang="en-US" altLang="zh-CN" sz="12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altLang="zh-CN" sz="1200" i="1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7" y="7778"/>
                  <a:ext cx="4736" cy="434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1" name="圆角矩形 80"/>
            <p:cNvSpPr/>
            <p:nvPr/>
          </p:nvSpPr>
          <p:spPr>
            <a:xfrm>
              <a:off x="14472" y="3524"/>
              <a:ext cx="1999" cy="1209"/>
            </a:xfrm>
            <a:prstGeom prst="roundRect">
              <a:avLst/>
            </a:prstGeom>
            <a:noFill/>
            <a:ln w="28575">
              <a:solidFill>
                <a:schemeClr val="accent2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4350" y="3666"/>
              <a:ext cx="216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  state from</a:t>
              </a:r>
              <a:endParaRPr lang="en-US" altLang="zh-CN" sz="1600"/>
            </a:p>
            <a:p>
              <a:r>
                <a:rPr lang="en-US" altLang="zh-CN" sz="1200"/>
                <a:t>(F, w_full, w_topk)</a:t>
              </a:r>
              <a:endParaRPr lang="en-US" altLang="zh-CN" sz="1200"/>
            </a:p>
          </p:txBody>
        </p:sp>
        <p:cxnSp>
          <p:nvCxnSpPr>
            <p:cNvPr id="94" name="直接箭头连接符 93"/>
            <p:cNvCxnSpPr>
              <a:stCxn id="85" idx="2"/>
              <a:endCxn id="81" idx="0"/>
            </p:cNvCxnSpPr>
            <p:nvPr/>
          </p:nvCxnSpPr>
          <p:spPr>
            <a:xfrm>
              <a:off x="15461" y="2922"/>
              <a:ext cx="11" cy="602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2" name="等腰三角形 101"/>
            <p:cNvSpPr/>
            <p:nvPr/>
          </p:nvSpPr>
          <p:spPr>
            <a:xfrm rot="16200000">
              <a:off x="2872" y="6409"/>
              <a:ext cx="412" cy="332"/>
            </a:xfrm>
            <a:prstGeom prst="triangl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107" name="肘形连接符 106"/>
            <p:cNvCxnSpPr/>
            <p:nvPr/>
          </p:nvCxnSpPr>
          <p:spPr>
            <a:xfrm rot="10800000" flipV="1">
              <a:off x="3244" y="5977"/>
              <a:ext cx="530" cy="592"/>
            </a:xfrm>
            <a:prstGeom prst="bentConnector3">
              <a:avLst>
                <a:gd name="adj1" fmla="val 50000"/>
              </a:avLst>
            </a:prstGeom>
            <a:ln w="31750" cap="rnd">
              <a:solidFill>
                <a:srgbClr val="C65F10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肘形连接符 107"/>
            <p:cNvCxnSpPr>
              <a:stCxn id="79" idx="1"/>
            </p:cNvCxnSpPr>
            <p:nvPr/>
          </p:nvCxnSpPr>
          <p:spPr>
            <a:xfrm rot="10800000">
              <a:off x="3459" y="6570"/>
              <a:ext cx="1667" cy="659"/>
            </a:xfrm>
            <a:prstGeom prst="bentConnector3">
              <a:avLst>
                <a:gd name="adj1" fmla="val 97000"/>
              </a:avLst>
            </a:prstGeom>
            <a:ln w="31750" cap="rnd">
              <a:solidFill>
                <a:srgbClr val="C65F10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>
              <a:stCxn id="102" idx="0"/>
            </p:cNvCxnSpPr>
            <p:nvPr/>
          </p:nvCxnSpPr>
          <p:spPr>
            <a:xfrm flipH="1" flipV="1">
              <a:off x="2600" y="6564"/>
              <a:ext cx="312" cy="11"/>
            </a:xfrm>
            <a:prstGeom prst="straightConnector1">
              <a:avLst/>
            </a:prstGeom>
            <a:ln w="28575">
              <a:solidFill>
                <a:schemeClr val="accent2">
                  <a:lumMod val="75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3" name="文本框 92"/>
            <p:cNvSpPr txBox="1"/>
            <p:nvPr/>
          </p:nvSpPr>
          <p:spPr>
            <a:xfrm>
              <a:off x="4567" y="2484"/>
              <a:ext cx="2076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olidFill>
                    <a:srgbClr val="C65F10"/>
                  </a:solidFill>
                </a:rPr>
                <a:t>high-support</a:t>
              </a:r>
              <a:endParaRPr lang="en-US" altLang="zh-CN" sz="1400">
                <a:solidFill>
                  <a:srgbClr val="C65F10"/>
                </a:solidFill>
              </a:endParaRP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7832" y="2484"/>
              <a:ext cx="265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olidFill>
                    <a:srgbClr val="C65F10"/>
                  </a:solidFill>
                </a:rPr>
                <a:t>uncertain</a:t>
              </a:r>
              <a:endParaRPr lang="en-US" altLang="zh-CN"/>
            </a:p>
          </p:txBody>
        </p:sp>
        <p:sp>
          <p:nvSpPr>
            <p:cNvPr id="96" name="圆角矩形 95"/>
            <p:cNvSpPr/>
            <p:nvPr/>
          </p:nvSpPr>
          <p:spPr>
            <a:xfrm>
              <a:off x="4886" y="3934"/>
              <a:ext cx="271" cy="284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0" name="椭圆 99"/>
            <p:cNvSpPr/>
            <p:nvPr/>
          </p:nvSpPr>
          <p:spPr>
            <a:xfrm>
              <a:off x="4891" y="4362"/>
              <a:ext cx="266" cy="283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文本框 102"/>
            <p:cNvSpPr txBox="1"/>
            <p:nvPr/>
          </p:nvSpPr>
          <p:spPr>
            <a:xfrm>
              <a:off x="5073" y="3823"/>
              <a:ext cx="66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/>
                <a:t>}</a:t>
              </a:r>
              <a:endParaRPr lang="en-US" altLang="zh-CN" sz="2800"/>
            </a:p>
          </p:txBody>
        </p:sp>
        <p:sp>
          <p:nvSpPr>
            <p:cNvPr id="104" name="文本框 103"/>
            <p:cNvSpPr txBox="1"/>
            <p:nvPr/>
          </p:nvSpPr>
          <p:spPr>
            <a:xfrm>
              <a:off x="5306" y="3858"/>
              <a:ext cx="3496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olidFill>
                    <a:srgbClr val="C65F10"/>
                  </a:solidFill>
                </a:rPr>
                <a:t>distractor/background-like tokens</a:t>
              </a:r>
              <a:endParaRPr lang="en-US" altLang="zh-CN" sz="1400">
                <a:solidFill>
                  <a:srgbClr val="C65F10"/>
                </a:solidFill>
              </a:endParaRPr>
            </a:p>
          </p:txBody>
        </p:sp>
      </p:grpSp>
    </p:spTree>
    <p:custDataLst>
      <p:tags r:id="rId1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5" name="图片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18435" y="1775460"/>
            <a:ext cx="2217420" cy="2545080"/>
          </a:xfrm>
          <a:prstGeom prst="rect">
            <a:avLst/>
          </a:prstGeom>
        </p:spPr>
      </p:pic>
      <p:pic>
        <p:nvPicPr>
          <p:cNvPr id="94" name="图片 93" descr="1ea222ec89315dc1a31425afbdb0aaf9_720"/>
          <p:cNvPicPr>
            <a:picLocks noChangeAspect="1"/>
          </p:cNvPicPr>
          <p:nvPr/>
        </p:nvPicPr>
        <p:blipFill>
          <a:blip r:embed="rId2"/>
          <a:srcRect l="7807" t="8065" r="9438" b="14824"/>
          <a:stretch>
            <a:fillRect/>
          </a:stretch>
        </p:blipFill>
        <p:spPr>
          <a:xfrm>
            <a:off x="972820" y="855345"/>
            <a:ext cx="10089515" cy="52882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-652780" y="-2519045"/>
            <a:ext cx="14446250" cy="9573895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375285" y="-2354580"/>
            <a:ext cx="10603865" cy="5305425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10727055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10762615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174625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15609" y="5365"/>
              <a:ext cx="606" cy="1040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10307320" y="-2355215"/>
            <a:ext cx="3071495" cy="873506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508105" y="-2174875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sp>
        <p:nvSpPr>
          <p:cNvPr id="166" name="文本框 165"/>
          <p:cNvSpPr txBox="1"/>
          <p:nvPr/>
        </p:nvSpPr>
        <p:spPr>
          <a:xfrm>
            <a:off x="10930255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blipFill rotWithShape="1">
                <a:blip r:embed="rId34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9822180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11564620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10001885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11409680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11559540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1566525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11269980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11273790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29728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44841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205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177925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114679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11376660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>
            <a:stCxn id="297" idx="3"/>
            <a:endCxn id="153" idx="3"/>
          </p:cNvCxnSpPr>
          <p:nvPr/>
        </p:nvCxnSpPr>
        <p:spPr>
          <a:xfrm flipV="1">
            <a:off x="11582400" y="-1077595"/>
            <a:ext cx="662305" cy="4895215"/>
          </a:xfrm>
          <a:prstGeom prst="bentConnector3">
            <a:avLst>
              <a:gd name="adj1" fmla="val 21562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11960225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490335" y="-217487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2743200" y="3362960"/>
            <a:ext cx="705294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52160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6103620" y="604329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mask-guided support refinement</a:t>
            </a:r>
            <a:endParaRPr lang="en-US" altLang="zh-CN" sz="1600"/>
          </a:p>
        </p:txBody>
      </p:sp>
      <p:grpSp>
        <p:nvGrpSpPr>
          <p:cNvPr id="178" name="组合 177"/>
          <p:cNvGrpSpPr/>
          <p:nvPr/>
        </p:nvGrpSpPr>
        <p:grpSpPr>
          <a:xfrm rot="5400000">
            <a:off x="8830310" y="3959225"/>
            <a:ext cx="2513330" cy="496570"/>
            <a:chOff x="7317" y="4830"/>
            <a:chExt cx="3958" cy="782"/>
          </a:xfrm>
        </p:grpSpPr>
        <p:sp>
          <p:nvSpPr>
            <p:cNvPr id="138" name="流程图: 决策 137"/>
            <p:cNvSpPr/>
            <p:nvPr/>
          </p:nvSpPr>
          <p:spPr>
            <a:xfrm>
              <a:off x="8452" y="4830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≤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blipFill rotWithShape="1">
                  <a:blip r:embed="rId3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blipFill rotWithShape="1"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10730865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0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9366250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7821295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blipFill rotWithShape="1">
                <a:blip r:embed="rId41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8517255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箭头连接符 196"/>
          <p:cNvCxnSpPr/>
          <p:nvPr/>
        </p:nvCxnSpPr>
        <p:spPr>
          <a:xfrm flipH="1">
            <a:off x="8822690" y="5304155"/>
            <a:ext cx="284480" cy="444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8525510" y="5311140"/>
            <a:ext cx="29718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8265160" y="4703445"/>
            <a:ext cx="85344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8257540" y="5530850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8761730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8761730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blipFill rotWithShape="1"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blipFill rotWithShape="1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stCxn id="298" idx="1"/>
            <a:endCxn id="136" idx="5"/>
          </p:cNvCxnSpPr>
          <p:nvPr/>
        </p:nvCxnSpPr>
        <p:spPr>
          <a:xfrm rot="10800000" flipV="1">
            <a:off x="9553575" y="4864735"/>
            <a:ext cx="1552575" cy="953135"/>
          </a:xfrm>
          <a:prstGeom prst="bentConnector3">
            <a:avLst>
              <a:gd name="adj1" fmla="val 25030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9366250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7995920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7995920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6608445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11557635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H="1">
            <a:off x="9566910" y="4213860"/>
            <a:ext cx="27178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>
            <a:stCxn id="298" idx="1"/>
          </p:cNvCxnSpPr>
          <p:nvPr/>
        </p:nvCxnSpPr>
        <p:spPr>
          <a:xfrm rot="10800000">
            <a:off x="10329545" y="4213860"/>
            <a:ext cx="776605" cy="651510"/>
          </a:xfrm>
          <a:prstGeom prst="bentConnector3">
            <a:avLst>
              <a:gd name="adj1" fmla="val 49959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>
            <a:off x="5901690" y="4155440"/>
            <a:ext cx="816610" cy="1021080"/>
            <a:chOff x="3574" y="6544"/>
            <a:chExt cx="1286" cy="16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963" y="7600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>
              <a:endCxn id="149" idx="7"/>
            </p:cNvCxnSpPr>
            <p:nvPr/>
          </p:nvCxnSpPr>
          <p:spPr>
            <a:xfrm flipH="1">
              <a:off x="4238" y="7021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524" y="7879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574" y="7881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71" name="直接箭头连接符 170"/>
          <p:cNvCxnSpPr/>
          <p:nvPr/>
        </p:nvCxnSpPr>
        <p:spPr>
          <a:xfrm flipH="1">
            <a:off x="7244080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3843655" y="5003800"/>
            <a:ext cx="361315" cy="571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2761615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7"/>
          <a:srcRect r="7816"/>
          <a:stretch>
            <a:fillRect/>
          </a:stretch>
        </p:blipFill>
        <p:spPr>
          <a:xfrm>
            <a:off x="4055110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10279380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10714990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11054080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blipFill rotWithShape="1"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11565255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blipFill rotWithShape="1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10693400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304" name="组合 303"/>
          <p:cNvGrpSpPr/>
          <p:nvPr/>
        </p:nvGrpSpPr>
        <p:grpSpPr>
          <a:xfrm>
            <a:off x="11090910" y="3881755"/>
            <a:ext cx="1598295" cy="1320800"/>
            <a:chOff x="18712" y="6124"/>
            <a:chExt cx="2517" cy="2080"/>
          </a:xfrm>
        </p:grpSpPr>
        <p:grpSp>
          <p:nvGrpSpPr>
            <p:cNvPr id="300" name="组合 299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298" name="圆角矩形 297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99" name="文本框 29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303" name="组合 302"/>
            <p:cNvGrpSpPr/>
            <p:nvPr/>
          </p:nvGrpSpPr>
          <p:grpSpPr>
            <a:xfrm>
              <a:off x="19639" y="6124"/>
              <a:ext cx="1054" cy="984"/>
              <a:chOff x="19991" y="6124"/>
              <a:chExt cx="1054" cy="984"/>
            </a:xfrm>
          </p:grpSpPr>
          <p:cxnSp>
            <p:nvCxnSpPr>
              <p:cNvPr id="301" name="直接箭头连接符 300"/>
              <p:cNvCxnSpPr/>
              <p:nvPr/>
            </p:nvCxnSpPr>
            <p:spPr>
              <a:xfrm flipH="1">
                <a:off x="20505" y="6618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文本框 301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02" name="文本框 3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4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11009630" y="38817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630" y="3881755"/>
                <a:ext cx="76200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文本框 305"/>
              <p:cNvSpPr txBox="1"/>
              <p:nvPr/>
            </p:nvSpPr>
            <p:spPr>
              <a:xfrm>
                <a:off x="11304270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6" name="文本框 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4270" y="4743450"/>
                <a:ext cx="747395" cy="368300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组合 53"/>
          <p:cNvGrpSpPr/>
          <p:nvPr/>
        </p:nvGrpSpPr>
        <p:grpSpPr>
          <a:xfrm>
            <a:off x="11106150" y="-1342390"/>
            <a:ext cx="1138555" cy="529590"/>
            <a:chOff x="7764" y="4730"/>
            <a:chExt cx="1793" cy="834"/>
          </a:xfrm>
        </p:grpSpPr>
        <p:pic>
          <p:nvPicPr>
            <p:cNvPr id="65" name="图片 64"/>
            <p:cNvPicPr/>
            <p:nvPr/>
          </p:nvPicPr>
          <p:blipFill>
            <a:blip r:embed="rId52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99" name="直接连接符 98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连接符 139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2" name="直接连接符 151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5" name="直接连接符 174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9" name="直接连接符 178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0" name="直接连接符 179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5" name="直接连接符 184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6" name="直接连接符 185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5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-652780" y="-2519045"/>
            <a:ext cx="14446250" cy="9573895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375285" y="-2354580"/>
            <a:ext cx="10603865" cy="5305425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10727055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10762615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174625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15609" y="5365"/>
              <a:ext cx="606" cy="1040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10307320" y="-2355215"/>
            <a:ext cx="3071495" cy="873506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508105" y="-2174875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11095990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10930255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9822180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11564620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10001885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11409680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11559540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1566525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11269980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11273790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29728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44841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205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177925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114679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11376660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>
            <a:stCxn id="297" idx="3"/>
            <a:endCxn id="153" idx="3"/>
          </p:cNvCxnSpPr>
          <p:nvPr/>
        </p:nvCxnSpPr>
        <p:spPr>
          <a:xfrm flipV="1">
            <a:off x="11572240" y="-1066165"/>
            <a:ext cx="662305" cy="4895215"/>
          </a:xfrm>
          <a:prstGeom prst="bentConnector3">
            <a:avLst>
              <a:gd name="adj1" fmla="val 21562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11960225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490335" y="-217487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2743200" y="3362960"/>
            <a:ext cx="705294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52160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6103620" y="604329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mask-guided support refinement</a:t>
            </a:r>
            <a:endParaRPr lang="en-US" altLang="zh-CN" sz="1600"/>
          </a:p>
        </p:txBody>
      </p:sp>
      <p:grpSp>
        <p:nvGrpSpPr>
          <p:cNvPr id="178" name="组合 177"/>
          <p:cNvGrpSpPr/>
          <p:nvPr/>
        </p:nvGrpSpPr>
        <p:grpSpPr>
          <a:xfrm rot="5400000">
            <a:off x="8829993" y="3959543"/>
            <a:ext cx="2513965" cy="496570"/>
            <a:chOff x="7317" y="4830"/>
            <a:chExt cx="3959" cy="782"/>
          </a:xfrm>
        </p:grpSpPr>
        <p:sp>
          <p:nvSpPr>
            <p:cNvPr id="138" name="流程图: 决策 137"/>
            <p:cNvSpPr/>
            <p:nvPr/>
          </p:nvSpPr>
          <p:spPr>
            <a:xfrm>
              <a:off x="8452" y="4830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10730865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1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9366250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7821295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blipFill rotWithShape="1">
                <a:blip r:embed="rId42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8517255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箭头连接符 196"/>
          <p:cNvCxnSpPr/>
          <p:nvPr/>
        </p:nvCxnSpPr>
        <p:spPr>
          <a:xfrm flipH="1">
            <a:off x="8822690" y="5304155"/>
            <a:ext cx="284480" cy="444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8525510" y="5311140"/>
            <a:ext cx="29718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8265160" y="4703445"/>
            <a:ext cx="85344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8257540" y="5530850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8761730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8761730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blipFill rotWithShape="1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stCxn id="298" idx="1"/>
            <a:endCxn id="136" idx="5"/>
          </p:cNvCxnSpPr>
          <p:nvPr/>
        </p:nvCxnSpPr>
        <p:spPr>
          <a:xfrm rot="10800000" flipV="1">
            <a:off x="9553575" y="4864735"/>
            <a:ext cx="1552575" cy="953135"/>
          </a:xfrm>
          <a:prstGeom prst="bentConnector3">
            <a:avLst>
              <a:gd name="adj1" fmla="val 25030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9366250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7995920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7995920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6608445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11557635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H="1">
            <a:off x="9566910" y="4213860"/>
            <a:ext cx="27178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>
            <a:stCxn id="298" idx="1"/>
          </p:cNvCxnSpPr>
          <p:nvPr/>
        </p:nvCxnSpPr>
        <p:spPr>
          <a:xfrm rot="10800000">
            <a:off x="10329545" y="4213860"/>
            <a:ext cx="776605" cy="651510"/>
          </a:xfrm>
          <a:prstGeom prst="bentConnector3">
            <a:avLst>
              <a:gd name="adj1" fmla="val 49959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>
            <a:off x="5901690" y="4155440"/>
            <a:ext cx="816610" cy="1021080"/>
            <a:chOff x="3574" y="6544"/>
            <a:chExt cx="1286" cy="16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963" y="7600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>
              <a:endCxn id="149" idx="7"/>
            </p:cNvCxnSpPr>
            <p:nvPr/>
          </p:nvCxnSpPr>
          <p:spPr>
            <a:xfrm flipH="1">
              <a:off x="4238" y="7021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524" y="7879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574" y="7881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71" name="直接箭头连接符 170"/>
          <p:cNvCxnSpPr/>
          <p:nvPr/>
        </p:nvCxnSpPr>
        <p:spPr>
          <a:xfrm flipH="1">
            <a:off x="7244080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3843655" y="5003800"/>
            <a:ext cx="361315" cy="571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2761615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8"/>
          <a:srcRect r="7816"/>
          <a:stretch>
            <a:fillRect/>
          </a:stretch>
        </p:blipFill>
        <p:spPr>
          <a:xfrm>
            <a:off x="4055110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10279380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10714990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11054080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blipFill rotWithShape="1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11565255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10693400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304" name="组合 303"/>
          <p:cNvGrpSpPr/>
          <p:nvPr/>
        </p:nvGrpSpPr>
        <p:grpSpPr>
          <a:xfrm>
            <a:off x="11090910" y="3881755"/>
            <a:ext cx="1598295" cy="1320800"/>
            <a:chOff x="18712" y="6124"/>
            <a:chExt cx="2517" cy="2080"/>
          </a:xfrm>
        </p:grpSpPr>
        <p:grpSp>
          <p:nvGrpSpPr>
            <p:cNvPr id="300" name="组合 299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298" name="圆角矩形 297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299" name="文本框 29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303" name="组合 302"/>
            <p:cNvGrpSpPr/>
            <p:nvPr/>
          </p:nvGrpSpPr>
          <p:grpSpPr>
            <a:xfrm>
              <a:off x="19639" y="6124"/>
              <a:ext cx="1054" cy="984"/>
              <a:chOff x="19991" y="6124"/>
              <a:chExt cx="1054" cy="984"/>
            </a:xfrm>
          </p:grpSpPr>
          <p:cxnSp>
            <p:nvCxnSpPr>
              <p:cNvPr id="301" name="直接箭头连接符 300"/>
              <p:cNvCxnSpPr/>
              <p:nvPr/>
            </p:nvCxnSpPr>
            <p:spPr>
              <a:xfrm flipH="1">
                <a:off x="20505" y="6618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2" name="文本框 301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302" name="文本框 3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4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11009630" y="38817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9630" y="3881755"/>
                <a:ext cx="762000" cy="368300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6" name="文本框 305"/>
              <p:cNvSpPr txBox="1"/>
              <p:nvPr/>
            </p:nvSpPr>
            <p:spPr>
              <a:xfrm>
                <a:off x="11304270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6" name="文本框 3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4270" y="4743450"/>
                <a:ext cx="747395" cy="368300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2065020" y="3362960"/>
            <a:ext cx="468630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108200" y="419862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2533650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9" name="图片 1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-59690" y="-338455"/>
            <a:ext cx="1948180" cy="1095375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2290425" y="3931285"/>
            <a:ext cx="925830" cy="596265"/>
          </a:xfrm>
          <a:prstGeom prst="rect">
            <a:avLst/>
          </a:prstGeom>
        </p:spPr>
      </p:pic>
    </p:spTree>
    <p:custDataLst>
      <p:tags r:id="rId5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-652780" y="-2519045"/>
            <a:ext cx="14446250" cy="9573895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375285" y="-2354580"/>
            <a:ext cx="10603865" cy="5305425"/>
          </a:xfrm>
          <a:prstGeom prst="roundRect">
            <a:avLst>
              <a:gd name="adj" fmla="val 7781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10727055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10762615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-174625" y="-2256155"/>
            <a:ext cx="11377930" cy="5038725"/>
            <a:chOff x="1274" y="1061"/>
            <a:chExt cx="17918" cy="7935"/>
          </a:xfrm>
        </p:grpSpPr>
        <p:pic>
          <p:nvPicPr>
            <p:cNvPr id="26" name="图片 25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455" y="408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1"/>
            <a:stretch>
              <a:fillRect/>
            </a:stretch>
          </p:blipFill>
          <p:spPr>
            <a:xfrm>
              <a:off x="1455" y="1886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2"/>
              </p:custDataLst>
            </p:nvPr>
          </p:nvSpPr>
          <p:spPr>
            <a:xfrm rot="16200000">
              <a:off x="4556" y="457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3"/>
              </p:custDataLst>
            </p:nvPr>
          </p:nvSpPr>
          <p:spPr>
            <a:xfrm>
              <a:off x="5092" y="480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4"/>
              </p:custDataLst>
            </p:nvPr>
          </p:nvSpPr>
          <p:spPr>
            <a:xfrm rot="5400000">
              <a:off x="2317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274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6"/>
              </p:custDataLst>
            </p:nvPr>
          </p:nvCxnSpPr>
          <p:spPr>
            <a:xfrm flipV="1">
              <a:off x="4627" y="524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7"/>
              </p:custDataLst>
            </p:nvPr>
          </p:nvSpPr>
          <p:spPr>
            <a:xfrm rot="16200000">
              <a:off x="9015" y="396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18">
              <a:alphaModFix amt="60000"/>
            </a:blip>
            <a:stretch>
              <a:fillRect/>
            </a:stretch>
          </p:blipFill>
          <p:spPr>
            <a:xfrm>
              <a:off x="9427" y="450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19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0"/>
                  </p:custDataLst>
                </p:nvPr>
              </p:nvSpPr>
              <p:spPr>
                <a:xfrm>
                  <a:off x="6431" y="6122"/>
                  <a:ext cx="2832" cy="1452"/>
                </a:xfrm>
                <a:prstGeom prst="rect">
                  <a:avLst/>
                </a:prstGeom>
                <a:blipFill rotWithShape="1">
                  <a:blip r:embed="rId2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2"/>
              </p:custDataLst>
            </p:nvPr>
          </p:nvSpPr>
          <p:spPr>
            <a:xfrm>
              <a:off x="8863" y="460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3"/>
              </p:custDataLst>
            </p:nvPr>
          </p:nvCxnSpPr>
          <p:spPr>
            <a:xfrm flipV="1">
              <a:off x="6478" y="523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4"/>
              </p:custDataLst>
            </p:nvPr>
          </p:nvCxnSpPr>
          <p:spPr>
            <a:xfrm>
              <a:off x="8543" y="524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5"/>
              </p:custDataLst>
            </p:nvPr>
          </p:nvSpPr>
          <p:spPr>
            <a:xfrm>
              <a:off x="12082" y="1734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6"/>
              </p:custDataLst>
            </p:nvPr>
          </p:nvCxnSpPr>
          <p:spPr>
            <a:xfrm>
              <a:off x="11561" y="5239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16035" y="331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11706" y="-368"/>
              <a:ext cx="1138" cy="8979"/>
            </a:xfrm>
            <a:prstGeom prst="bentConnector3">
              <a:avLst>
                <a:gd name="adj1" fmla="val 31564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15609" y="5365"/>
              <a:ext cx="606" cy="1040"/>
            </a:xfrm>
            <a:prstGeom prst="bentConnector3">
              <a:avLst>
                <a:gd name="adj1" fmla="val 5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>
              <a:off x="16505" y="355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9" y="4887"/>
                  <a:ext cx="3183" cy="1016"/>
                </a:xfrm>
                <a:prstGeom prst="rect">
                  <a:avLst/>
                </a:prstGeom>
                <a:blipFill rotWithShape="1">
                  <a:blip r:embed="rId2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937" y="7303"/>
                  <a:ext cx="2042" cy="1452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1749" y="1151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7011" y="4455"/>
              <a:ext cx="1548" cy="160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11759" y="1061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>
              <a:off x="16215" y="607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29"/>
            <a:stretch>
              <a:fillRect/>
            </a:stretch>
          </p:blipFill>
          <p:spPr>
            <a:xfrm>
              <a:off x="1456" y="6736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0"/>
            <a:stretch>
              <a:fillRect/>
            </a:stretch>
          </p:blipFill>
          <p:spPr>
            <a:xfrm>
              <a:off x="12260" y="1888"/>
              <a:ext cx="3171" cy="2089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12260" y="4082"/>
              <a:ext cx="3171" cy="2074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12261" y="6736"/>
              <a:ext cx="3170" cy="2073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 rot="5400000">
              <a:off x="13124" y="658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</p:grpSp>
      <p:sp>
        <p:nvSpPr>
          <p:cNvPr id="4" name="圆角矩形 3"/>
          <p:cNvSpPr/>
          <p:nvPr/>
        </p:nvSpPr>
        <p:spPr>
          <a:xfrm>
            <a:off x="10307320" y="-2355215"/>
            <a:ext cx="3071495" cy="873506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459210" y="-219710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11095990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4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10930255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4120" y="-554990"/>
                <a:ext cx="457200" cy="457200"/>
              </a:xfrm>
              <a:prstGeom prst="cube">
                <a:avLst/>
              </a:prstGeom>
              <a:blipFill rotWithShape="1">
                <a:blip r:embed="rId35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9822180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11564620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10001885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11409680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11559540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1566525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11269980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11273790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129728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44841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205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177925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114679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11376660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>
            <a:stCxn id="193" idx="3"/>
            <a:endCxn id="153" idx="3"/>
          </p:cNvCxnSpPr>
          <p:nvPr/>
        </p:nvCxnSpPr>
        <p:spPr>
          <a:xfrm flipV="1">
            <a:off x="12232640" y="-1066165"/>
            <a:ext cx="3175" cy="4960620"/>
          </a:xfrm>
          <a:prstGeom prst="bentConnector3">
            <a:avLst>
              <a:gd name="adj1" fmla="val 2380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11960225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6490335" y="-217487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2743200" y="3362960"/>
            <a:ext cx="705294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852160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6103620" y="6043295"/>
            <a:ext cx="39484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mask-guided support refinement</a:t>
            </a:r>
            <a:endParaRPr lang="en-US" altLang="zh-CN" sz="1600"/>
          </a:p>
        </p:txBody>
      </p:sp>
      <p:grpSp>
        <p:nvGrpSpPr>
          <p:cNvPr id="178" name="组合 177"/>
          <p:cNvGrpSpPr/>
          <p:nvPr/>
        </p:nvGrpSpPr>
        <p:grpSpPr>
          <a:xfrm rot="5400000">
            <a:off x="8829993" y="3959543"/>
            <a:ext cx="2513965" cy="496570"/>
            <a:chOff x="7317" y="4830"/>
            <a:chExt cx="3959" cy="782"/>
          </a:xfrm>
        </p:grpSpPr>
        <p:sp>
          <p:nvSpPr>
            <p:cNvPr id="138" name="流程图: 决策 137"/>
            <p:cNvSpPr/>
            <p:nvPr/>
          </p:nvSpPr>
          <p:spPr>
            <a:xfrm>
              <a:off x="8452" y="4830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7" y="4980"/>
                  <a:ext cx="3959" cy="483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3703955"/>
                <a:ext cx="581660" cy="306705"/>
              </a:xfrm>
              <a:prstGeom prst="rect">
                <a:avLst/>
              </a:prstGeom>
              <a:blipFill rotWithShape="1"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10730865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1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9366250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7821295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710" y="4664710"/>
                <a:ext cx="525780" cy="368300"/>
              </a:xfrm>
              <a:prstGeom prst="rect">
                <a:avLst/>
              </a:prstGeom>
              <a:blipFill rotWithShape="1">
                <a:blip r:embed="rId42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8517255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7" name="直接箭头连接符 196"/>
          <p:cNvCxnSpPr/>
          <p:nvPr/>
        </p:nvCxnSpPr>
        <p:spPr>
          <a:xfrm flipH="1">
            <a:off x="8822690" y="5304155"/>
            <a:ext cx="284480" cy="4445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8" name="直接连接符 197"/>
          <p:cNvCxnSpPr/>
          <p:nvPr/>
        </p:nvCxnSpPr>
        <p:spPr>
          <a:xfrm>
            <a:off x="8525510" y="5311140"/>
            <a:ext cx="29718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8265160" y="4703445"/>
            <a:ext cx="853440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8257540" y="5530850"/>
            <a:ext cx="853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8761730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8761730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6025" y="5651500"/>
                <a:ext cx="757555" cy="337185"/>
              </a:xfrm>
              <a:prstGeom prst="rect">
                <a:avLst/>
              </a:prstGeom>
              <a:blipFill rotWithShape="1"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9355" y="405003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stCxn id="298" idx="1"/>
            <a:endCxn id="136" idx="5"/>
          </p:cNvCxnSpPr>
          <p:nvPr/>
        </p:nvCxnSpPr>
        <p:spPr>
          <a:xfrm rot="10800000" flipV="1">
            <a:off x="9553575" y="4864735"/>
            <a:ext cx="1552575" cy="953135"/>
          </a:xfrm>
          <a:prstGeom prst="bentConnector3">
            <a:avLst>
              <a:gd name="adj1" fmla="val 25030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9366250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6545" y="5379085"/>
                <a:ext cx="581660" cy="294640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7995920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7995920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6608445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11557635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/>
          <p:nvPr/>
        </p:nvCxnSpPr>
        <p:spPr>
          <a:xfrm flipH="1">
            <a:off x="9566910" y="4213860"/>
            <a:ext cx="27178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>
            <a:stCxn id="298" idx="1"/>
          </p:cNvCxnSpPr>
          <p:nvPr/>
        </p:nvCxnSpPr>
        <p:spPr>
          <a:xfrm rot="10800000">
            <a:off x="10329545" y="4213860"/>
            <a:ext cx="776605" cy="651510"/>
          </a:xfrm>
          <a:prstGeom prst="bentConnector3">
            <a:avLst>
              <a:gd name="adj1" fmla="val 49959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>
            <a:off x="5901690" y="4155440"/>
            <a:ext cx="816610" cy="1021080"/>
            <a:chOff x="3574" y="6544"/>
            <a:chExt cx="1286" cy="160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9" y="6544"/>
                  <a:ext cx="782" cy="580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963" y="7600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>
              <a:endCxn id="149" idx="7"/>
            </p:cNvCxnSpPr>
            <p:nvPr/>
          </p:nvCxnSpPr>
          <p:spPr>
            <a:xfrm flipH="1">
              <a:off x="4238" y="7021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524" y="7879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574" y="7881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171" name="直接箭头连接符 170"/>
          <p:cNvCxnSpPr/>
          <p:nvPr/>
        </p:nvCxnSpPr>
        <p:spPr>
          <a:xfrm flipH="1">
            <a:off x="7244080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3843655" y="5003800"/>
            <a:ext cx="361315" cy="571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2761615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8"/>
          <a:srcRect r="7816"/>
          <a:stretch>
            <a:fillRect/>
          </a:stretch>
        </p:blipFill>
        <p:spPr>
          <a:xfrm>
            <a:off x="4055110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10279380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10714990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11054080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7690" y="2277110"/>
                <a:ext cx="669290" cy="368300"/>
              </a:xfrm>
              <a:prstGeom prst="rect">
                <a:avLst/>
              </a:prstGeom>
              <a:blipFill rotWithShape="1"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12228830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-1045845"/>
                <a:ext cx="843915" cy="382905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10693400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11695430" y="38944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430" y="3894455"/>
                <a:ext cx="762000" cy="368300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2065020" y="3362960"/>
            <a:ext cx="468630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2108200" y="419862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  <a:p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2533650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9" name="图片 138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-59690" y="-338455"/>
            <a:ext cx="1948180" cy="1095375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946130" y="3797300"/>
            <a:ext cx="925830" cy="59626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11695430" y="3886200"/>
            <a:ext cx="1598295" cy="1320800"/>
            <a:chOff x="18712" y="6124"/>
            <a:chExt cx="2517" cy="2080"/>
          </a:xfrm>
        </p:grpSpPr>
        <p:grpSp>
          <p:nvGrpSpPr>
            <p:cNvPr id="152" name="组合 151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175" name="圆角矩形 174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19639" y="6124"/>
              <a:ext cx="1054" cy="972"/>
              <a:chOff x="19991" y="6124"/>
              <a:chExt cx="1054" cy="972"/>
            </a:xfrm>
          </p:grpSpPr>
          <p:cxnSp>
            <p:nvCxnSpPr>
              <p:cNvPr id="185" name="直接箭头连接符 184"/>
              <p:cNvCxnSpPr/>
              <p:nvPr/>
            </p:nvCxnSpPr>
            <p:spPr>
              <a:xfrm flipH="1">
                <a:off x="20505" y="6606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4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11969115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115" y="4743450"/>
                <a:ext cx="747395" cy="368300"/>
              </a:xfrm>
              <a:prstGeom prst="rect">
                <a:avLst/>
              </a:prstGeom>
              <a:blipFill rotWithShape="1"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/>
          <p:cNvCxnSpPr/>
          <p:nvPr/>
        </p:nvCxnSpPr>
        <p:spPr>
          <a:xfrm flipV="1">
            <a:off x="10946130" y="3502660"/>
            <a:ext cx="427990" cy="29845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H="1" flipV="1">
            <a:off x="11723370" y="3502660"/>
            <a:ext cx="142240" cy="29591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文本框 215"/>
          <p:cNvSpPr txBox="1"/>
          <p:nvPr/>
        </p:nvSpPr>
        <p:spPr>
          <a:xfrm>
            <a:off x="2004060" y="5532120"/>
            <a:ext cx="888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ym typeface="+mn-ea"/>
              </a:rPr>
              <a:t> 2nd pass</a:t>
            </a:r>
            <a:endParaRPr lang="en-US" altLang="zh-CN" sz="1400" b="1">
              <a:sym typeface="+mn-ea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>
            <a:off x="11097260" y="4865370"/>
            <a:ext cx="609600" cy="1905"/>
          </a:xfrm>
          <a:prstGeom prst="line">
            <a:avLst/>
          </a:prstGeom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5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" name="圆角矩形 184"/>
          <p:cNvSpPr/>
          <p:nvPr/>
        </p:nvSpPr>
        <p:spPr>
          <a:xfrm rot="16200000">
            <a:off x="4999355" y="1179830"/>
            <a:ext cx="3736975" cy="3279775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6111240" y="951230"/>
            <a:ext cx="1639570" cy="627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80000"/>
              </a:lnSpc>
            </a:pPr>
            <a:r>
              <a:rPr lang="en-US" altLang="zh-CN"/>
              <a:t>  Support</a:t>
            </a:r>
            <a:endParaRPr lang="en-US" altLang="zh-CN"/>
          </a:p>
          <a:p>
            <a:pPr>
              <a:lnSpc>
                <a:spcPct val="80000"/>
              </a:lnSpc>
            </a:pPr>
            <a:r>
              <a:rPr lang="en-US" altLang="zh-CN"/>
              <a:t>Purification</a:t>
            </a:r>
            <a:endParaRPr lang="en-US" altLang="zh-CN"/>
          </a:p>
        </p:txBody>
      </p:sp>
      <p:pic>
        <p:nvPicPr>
          <p:cNvPr id="70" name="图片 69" descr="e158000173be91f36f6287af672c44b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-7476490"/>
            <a:ext cx="12192000" cy="6649720"/>
          </a:xfrm>
          <a:prstGeom prst="rect">
            <a:avLst/>
          </a:prstGeom>
        </p:spPr>
      </p:pic>
      <p:pic>
        <p:nvPicPr>
          <p:cNvPr id="6" name="图片 5" descr="e158000173be91f36f6287af672c44bb"/>
          <p:cNvPicPr>
            <a:picLocks noChangeAspect="1"/>
          </p:cNvPicPr>
          <p:nvPr/>
        </p:nvPicPr>
        <p:blipFill>
          <a:blip r:embed="rId1"/>
          <a:srcRect l="71240" t="26184" r="3474" b="27187"/>
          <a:stretch>
            <a:fillRect/>
          </a:stretch>
        </p:blipFill>
        <p:spPr>
          <a:xfrm>
            <a:off x="23062565" y="1497965"/>
            <a:ext cx="3082925" cy="3100705"/>
          </a:xfrm>
          <a:prstGeom prst="rect">
            <a:avLst/>
          </a:prstGeom>
        </p:spPr>
      </p:pic>
      <p:pic>
        <p:nvPicPr>
          <p:cNvPr id="7" name="图片 6" descr="e158000173be91f36f6287af672c44bb"/>
          <p:cNvPicPr>
            <a:picLocks noChangeAspect="1"/>
          </p:cNvPicPr>
          <p:nvPr/>
        </p:nvPicPr>
        <p:blipFill>
          <a:blip r:embed="rId1"/>
          <a:srcRect l="3370" t="26184" r="71161" b="27139"/>
          <a:stretch>
            <a:fillRect/>
          </a:stretch>
        </p:blipFill>
        <p:spPr>
          <a:xfrm>
            <a:off x="15061565" y="1497965"/>
            <a:ext cx="3105150" cy="310388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9084925" y="1497965"/>
            <a:ext cx="3059430" cy="3048000"/>
          </a:xfrm>
          <a:prstGeom prst="rect">
            <a:avLst/>
          </a:prstGeom>
          <a:solidFill>
            <a:srgbClr val="A1B2CA"/>
          </a:solidFill>
          <a:ln w="28575" cmpd="sng">
            <a:solidFill>
              <a:srgbClr val="74767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 descr="框架图_22(1)"/>
          <p:cNvPicPr>
            <a:picLocks noChangeAspect="1"/>
          </p:cNvPicPr>
          <p:nvPr/>
        </p:nvPicPr>
        <p:blipFill>
          <a:blip r:embed="rId2"/>
          <a:srcRect l="35094" t="11593" r="30781" b="9722"/>
          <a:stretch>
            <a:fillRect/>
          </a:stretch>
        </p:blipFill>
        <p:spPr>
          <a:xfrm>
            <a:off x="5848350" y="1578610"/>
            <a:ext cx="2257425" cy="29279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1688" t="6606" r="37240" b="5124"/>
          <a:stretch>
            <a:fillRect/>
          </a:stretch>
        </p:blipFill>
        <p:spPr>
          <a:xfrm>
            <a:off x="3991610" y="963295"/>
            <a:ext cx="1894205" cy="4615815"/>
          </a:xfrm>
          <a:prstGeom prst="rect">
            <a:avLst/>
          </a:prstGeom>
        </p:spPr>
      </p:pic>
      <p:pic>
        <p:nvPicPr>
          <p:cNvPr id="4" name="图片 3" descr="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70000"/>
          </a:blip>
          <a:srcRect l="61510" r="7146" b="8561"/>
          <a:stretch>
            <a:fillRect/>
          </a:stretch>
        </p:blipFill>
        <p:spPr>
          <a:xfrm>
            <a:off x="5194935" y="1161415"/>
            <a:ext cx="1910715" cy="478155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68085" y="1663065"/>
            <a:ext cx="2133600" cy="450532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>
            <p:custDataLst>
              <p:tags r:id="rId7"/>
            </p:custDataLst>
          </p:nvPr>
        </p:nvCxnSpPr>
        <p:spPr>
          <a:xfrm flipH="1" flipV="1">
            <a:off x="4324350" y="5319395"/>
            <a:ext cx="2438400" cy="68453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>
            <p:custDataLst>
              <p:tags r:id="rId8"/>
            </p:custDataLst>
          </p:nvPr>
        </p:nvCxnSpPr>
        <p:spPr>
          <a:xfrm flipH="1" flipV="1">
            <a:off x="4332605" y="2273935"/>
            <a:ext cx="2396490" cy="68326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>
            <p:custDataLst>
              <p:tags r:id="rId9"/>
            </p:custDataLst>
          </p:nvPr>
        </p:nvCxnSpPr>
        <p:spPr>
          <a:xfrm flipH="1" flipV="1">
            <a:off x="5711825" y="1010285"/>
            <a:ext cx="2422525" cy="65278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>
            <p:custDataLst>
              <p:tags r:id="rId10"/>
            </p:custDataLst>
          </p:nvPr>
        </p:nvCxnSpPr>
        <p:spPr>
          <a:xfrm flipH="1" flipV="1">
            <a:off x="5711825" y="4040505"/>
            <a:ext cx="2402840" cy="674370"/>
          </a:xfrm>
          <a:prstGeom prst="straightConnector1">
            <a:avLst/>
          </a:prstGeom>
          <a:ln w="28575" cmpd="sng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879080" y="1344295"/>
                <a:ext cx="7239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080" y="1344295"/>
                <a:ext cx="723900" cy="3683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箭头连接符 2"/>
          <p:cNvCxnSpPr/>
          <p:nvPr/>
        </p:nvCxnSpPr>
        <p:spPr>
          <a:xfrm flipH="1" flipV="1">
            <a:off x="7258050" y="1314450"/>
            <a:ext cx="800100" cy="220980"/>
          </a:xfrm>
          <a:prstGeom prst="straightConnector1">
            <a:avLst/>
          </a:prstGeom>
          <a:ln w="28575" cmpd="sng">
            <a:solidFill>
              <a:srgbClr val="A6A6A6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4332605" y="5798185"/>
                <a:ext cx="2159000" cy="51625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𝒎𝒊𝒙</m:t>
                        </m:r>
                      </m:sub>
                    </m:sSub>
                  </m:oMath>
                </a14:m>
                <a:r>
                  <a:rPr lang="en-US" altLang="zh-CN" b="1">
                    <a:latin typeface="Cambria Math" panose="02040503050406030204" charset="0"/>
                    <a:cs typeface="Cambria Math" panose="02040503050406030204" charset="0"/>
                  </a:rPr>
                  <a:t>:feedback gate	</a:t>
                </a:r>
                <a:endParaRPr lang="en-US" altLang="zh-CN" b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605" y="5798185"/>
                <a:ext cx="2159000" cy="516255"/>
              </a:xfrm>
              <a:prstGeom prst="rect">
                <a:avLst/>
              </a:prstGeom>
              <a:blipFill rotWithShape="1">
                <a:blip r:embed="rId12"/>
                <a:stretch>
                  <a:fillRect b="-15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442585" y="682625"/>
                <a:ext cx="7239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585" y="682625"/>
                <a:ext cx="723900" cy="368300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箭头连接符 12"/>
          <p:cNvCxnSpPr/>
          <p:nvPr/>
        </p:nvCxnSpPr>
        <p:spPr>
          <a:xfrm flipH="1" flipV="1">
            <a:off x="5962650" y="948690"/>
            <a:ext cx="800100" cy="220980"/>
          </a:xfrm>
          <a:prstGeom prst="straightConnector1">
            <a:avLst/>
          </a:prstGeom>
          <a:ln w="28575" cmpd="sng">
            <a:solidFill>
              <a:srgbClr val="A6A6A6"/>
            </a:solidFill>
            <a:prstDash val="sys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1" name="图片 30" descr="c32b408fb985c049bf0a5cbf1e3139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480" y="227965"/>
            <a:ext cx="4617720" cy="57150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-5702935" y="-4326255"/>
            <a:ext cx="22292945" cy="1329817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4064000" y="-2664460"/>
            <a:ext cx="10603865" cy="5887085"/>
          </a:xfrm>
          <a:prstGeom prst="roundRect">
            <a:avLst>
              <a:gd name="adj" fmla="val 3893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03834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07390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0"/>
          <a:stretch>
            <a:fillRect/>
          </a:stretch>
        </p:blipFill>
        <p:spPr>
          <a:xfrm>
            <a:off x="-3748405" y="-33782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1"/>
          <a:stretch>
            <a:fillRect/>
          </a:stretch>
        </p:blipFill>
        <p:spPr>
          <a:xfrm>
            <a:off x="-3748405" y="-1732280"/>
            <a:ext cx="2014220" cy="1327785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12"/>
            </p:custDataLst>
          </p:nvPr>
        </p:nvSpPr>
        <p:spPr>
          <a:xfrm rot="16200000">
            <a:off x="-1779270" y="-234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-1438910" y="12001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 rot="5400000">
            <a:off x="-3201035" y="125158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-3863340" y="-182880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6"/>
            </p:custDataLst>
          </p:nvPr>
        </p:nvCxnSpPr>
        <p:spPr>
          <a:xfrm flipV="1">
            <a:off x="-1734185" y="39751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1052195" y="-4114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1313815" y="-6858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(Patch-token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955675" y="-762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3"/>
            </p:custDataLst>
          </p:nvPr>
        </p:nvCxnSpPr>
        <p:spPr>
          <a:xfrm flipV="1">
            <a:off x="-558800" y="39687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4"/>
            </p:custDataLst>
          </p:nvPr>
        </p:nvCxnSpPr>
        <p:spPr>
          <a:xfrm>
            <a:off x="752475" y="39941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5"/>
            </p:custDataLst>
          </p:nvPr>
        </p:nvSpPr>
        <p:spPr>
          <a:xfrm>
            <a:off x="3029585" y="-2081530"/>
            <a:ext cx="1557655" cy="31553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6"/>
            </p:custDataLst>
          </p:nvPr>
        </p:nvCxnSpPr>
        <p:spPr>
          <a:xfrm>
            <a:off x="2668905" y="39687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5509895" y="-8235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2760980" y="-3163570"/>
            <a:ext cx="722630" cy="5701665"/>
          </a:xfrm>
          <a:prstGeom prst="bentConnector3">
            <a:avLst>
              <a:gd name="adj1" fmla="val 34863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3" idx="1"/>
          </p:cNvCxnSpPr>
          <p:nvPr/>
        </p:nvCxnSpPr>
        <p:spPr>
          <a:xfrm>
            <a:off x="4587240" y="-503555"/>
            <a:ext cx="1036955" cy="1640840"/>
          </a:xfrm>
          <a:prstGeom prst="bentConnector3">
            <a:avLst>
              <a:gd name="adj1" fmla="val 5003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 rot="0">
            <a:off x="5808345" y="-67437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-3561715" y="-21990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 rot="0">
            <a:off x="-220345" y="-100965"/>
            <a:ext cx="982980" cy="1019175"/>
            <a:chOff x="6022" y="2993"/>
            <a:chExt cx="1548" cy="1605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2794635" y="-225615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 rot="0">
            <a:off x="5624195" y="92710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9"/>
          <a:stretch>
            <a:fillRect/>
          </a:stretch>
        </p:blipFill>
        <p:spPr>
          <a:xfrm>
            <a:off x="-3747770" y="134747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0"/>
          <a:stretch>
            <a:fillRect/>
          </a:stretch>
        </p:blipFill>
        <p:spPr>
          <a:xfrm>
            <a:off x="3067685" y="-2051050"/>
            <a:ext cx="1489075" cy="98107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31"/>
          <a:stretch>
            <a:fillRect/>
          </a:stretch>
        </p:blipFill>
        <p:spPr>
          <a:xfrm>
            <a:off x="3068320" y="-1045845"/>
            <a:ext cx="1488440" cy="98171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2"/>
          <a:stretch>
            <a:fillRect/>
          </a:stretch>
        </p:blipFill>
        <p:spPr>
          <a:xfrm>
            <a:off x="3062605" y="71755"/>
            <a:ext cx="1494155" cy="98234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3589655" y="-31750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223" name="圆角矩形 222"/>
          <p:cNvSpPr/>
          <p:nvPr/>
        </p:nvSpPr>
        <p:spPr>
          <a:xfrm>
            <a:off x="732790" y="2013585"/>
            <a:ext cx="4685665" cy="1101725"/>
          </a:xfrm>
          <a:prstGeom prst="roundRect">
            <a:avLst>
              <a:gd name="adj" fmla="val 7492"/>
            </a:avLst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文本框 243"/>
          <p:cNvSpPr txBox="1"/>
          <p:nvPr>
            <p:custDataLst>
              <p:tags r:id="rId34"/>
            </p:custDataLst>
          </p:nvPr>
        </p:nvSpPr>
        <p:spPr>
          <a:xfrm>
            <a:off x="-3338195" y="518541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4" name="圆角矩形 3"/>
          <p:cNvSpPr/>
          <p:nvPr/>
        </p:nvSpPr>
        <p:spPr>
          <a:xfrm>
            <a:off x="6664325" y="-2664460"/>
            <a:ext cx="3023870" cy="9364345"/>
          </a:xfrm>
          <a:prstGeom prst="roundRect">
            <a:avLst>
              <a:gd name="adj" fmla="val 5522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12075" y="-244983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0727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5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24154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blipFill rotWithShape="1">
                <a:blip r:embed="rId36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13346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87590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1317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72096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87082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87781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58126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58507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0857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7597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793178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09053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45807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7687945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/>
          <p:nvPr/>
        </p:nvCxnSpPr>
        <p:spPr>
          <a:xfrm flipV="1">
            <a:off x="8543925" y="-1066165"/>
            <a:ext cx="3175" cy="4960620"/>
          </a:xfrm>
          <a:prstGeom prst="bentConnector3">
            <a:avLst>
              <a:gd name="adj1" fmla="val 2380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8271510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2480945" y="-244284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-945515" y="3362960"/>
            <a:ext cx="705294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163445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248" name="组合 247"/>
          <p:cNvGrpSpPr/>
          <p:nvPr/>
        </p:nvGrpSpPr>
        <p:grpSpPr>
          <a:xfrm>
            <a:off x="6109335" y="2959735"/>
            <a:ext cx="496570" cy="2513965"/>
            <a:chOff x="9621" y="4647"/>
            <a:chExt cx="782" cy="3959"/>
          </a:xfrm>
        </p:grpSpPr>
        <p:sp>
          <p:nvSpPr>
            <p:cNvPr id="138" name="流程图: 决策 137"/>
            <p:cNvSpPr/>
            <p:nvPr/>
          </p:nvSpPr>
          <p:spPr>
            <a:xfrm rot="5400000">
              <a:off x="9168" y="6235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048" y="6385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48" y="6385"/>
                  <a:ext cx="3959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7042150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2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5677535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4132580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blipFill rotWithShape="1">
                <a:blip r:embed="rId43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4828540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8" name="直接连接符 197"/>
          <p:cNvCxnSpPr/>
          <p:nvPr/>
        </p:nvCxnSpPr>
        <p:spPr>
          <a:xfrm flipV="1">
            <a:off x="4836795" y="5310505"/>
            <a:ext cx="387985" cy="63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4633595" y="4644390"/>
            <a:ext cx="7346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4591685" y="5494020"/>
            <a:ext cx="786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5073015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73015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endCxn id="136" idx="5"/>
          </p:cNvCxnSpPr>
          <p:nvPr/>
        </p:nvCxnSpPr>
        <p:spPr>
          <a:xfrm rot="10800000" flipV="1">
            <a:off x="5864860" y="4864735"/>
            <a:ext cx="1552575" cy="953135"/>
          </a:xfrm>
          <a:prstGeom prst="bentConnector3">
            <a:avLst>
              <a:gd name="adj1" fmla="val 26094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5677535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5497830" y="537908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830" y="5379085"/>
                <a:ext cx="581660" cy="294640"/>
              </a:xfrm>
              <a:prstGeom prst="rect">
                <a:avLst/>
              </a:prstGeom>
              <a:blipFill rotWithShape="1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4307205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4307205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2919730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7868920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38" idx="2"/>
          </p:cNvCxnSpPr>
          <p:nvPr/>
        </p:nvCxnSpPr>
        <p:spPr>
          <a:xfrm flipH="1">
            <a:off x="5878195" y="4216400"/>
            <a:ext cx="231140" cy="381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>
            <a:endCxn id="138" idx="0"/>
          </p:cNvCxnSpPr>
          <p:nvPr/>
        </p:nvCxnSpPr>
        <p:spPr>
          <a:xfrm rot="10800000">
            <a:off x="6605905" y="4216400"/>
            <a:ext cx="811530" cy="657860"/>
          </a:xfrm>
          <a:prstGeom prst="bentConnector3">
            <a:avLst>
              <a:gd name="adj1" fmla="val 50000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/>
              <p:cNvSpPr txBox="1"/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2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组合 183"/>
          <p:cNvGrpSpPr/>
          <p:nvPr/>
        </p:nvGrpSpPr>
        <p:grpSpPr>
          <a:xfrm rot="0">
            <a:off x="2459990" y="4826000"/>
            <a:ext cx="349250" cy="350520"/>
            <a:chOff x="12466" y="6854"/>
            <a:chExt cx="550" cy="550"/>
          </a:xfrm>
        </p:grpSpPr>
        <p:sp>
          <p:nvSpPr>
            <p:cNvPr id="149" name="椭圆 148"/>
            <p:cNvSpPr/>
            <p:nvPr/>
          </p:nvSpPr>
          <p:spPr>
            <a:xfrm rot="18900000">
              <a:off x="12466" y="6854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2682" y="706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H="1">
            <a:off x="2634615" y="4458335"/>
            <a:ext cx="2540" cy="36830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/>
        </p:nvCxnSpPr>
        <p:spPr>
          <a:xfrm flipH="1">
            <a:off x="2816225" y="5003165"/>
            <a:ext cx="213360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H="1">
            <a:off x="2212975" y="5004435"/>
            <a:ext cx="23241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232" idx="2"/>
          </p:cNvCxnSpPr>
          <p:nvPr/>
        </p:nvCxnSpPr>
        <p:spPr>
          <a:xfrm flipH="1">
            <a:off x="3775710" y="1066165"/>
            <a:ext cx="635" cy="280670"/>
          </a:xfrm>
          <a:prstGeom prst="straightConnector1">
            <a:avLst/>
          </a:prstGeom>
          <a:ln w="28575" cmpd="sng">
            <a:solidFill>
              <a:srgbClr val="325395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H="1">
            <a:off x="3555365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288925" y="5005070"/>
            <a:ext cx="227330" cy="444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-815340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9"/>
          <a:srcRect r="7816"/>
          <a:stretch>
            <a:fillRect/>
          </a:stretch>
        </p:blipFill>
        <p:spPr>
          <a:xfrm>
            <a:off x="366395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6590665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7026275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7365365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8540115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7004685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-1985010" y="3362960"/>
            <a:ext cx="941705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-1453515" y="419862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  <a:p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-1043305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9" name="图片 1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-3748405" y="-338455"/>
            <a:ext cx="1948180" cy="1095375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57415" y="3797300"/>
            <a:ext cx="925830" cy="59626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8006715" y="3886200"/>
            <a:ext cx="1598295" cy="1320800"/>
            <a:chOff x="18712" y="6124"/>
            <a:chExt cx="2517" cy="2080"/>
          </a:xfrm>
        </p:grpSpPr>
        <p:grpSp>
          <p:nvGrpSpPr>
            <p:cNvPr id="152" name="组合 151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175" name="圆角矩形 174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19639" y="6124"/>
              <a:ext cx="1054" cy="972"/>
              <a:chOff x="19991" y="6124"/>
              <a:chExt cx="1054" cy="972"/>
            </a:xfrm>
          </p:grpSpPr>
          <p:cxnSp>
            <p:nvCxnSpPr>
              <p:cNvPr id="185" name="直接箭头连接符 184"/>
              <p:cNvCxnSpPr/>
              <p:nvPr/>
            </p:nvCxnSpPr>
            <p:spPr>
              <a:xfrm flipH="1">
                <a:off x="20505" y="6606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blipFill rotWithShape="1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/>
          <p:cNvCxnSpPr/>
          <p:nvPr/>
        </p:nvCxnSpPr>
        <p:spPr>
          <a:xfrm flipV="1">
            <a:off x="7257415" y="3502660"/>
            <a:ext cx="427990" cy="29845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H="1" flipV="1">
            <a:off x="8034655" y="3502660"/>
            <a:ext cx="142240" cy="29591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文本框 215"/>
          <p:cNvSpPr txBox="1"/>
          <p:nvPr/>
        </p:nvSpPr>
        <p:spPr>
          <a:xfrm>
            <a:off x="-1572895" y="5532120"/>
            <a:ext cx="888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ym typeface="+mn-ea"/>
              </a:rPr>
              <a:t> 2nd pass</a:t>
            </a:r>
            <a:endParaRPr lang="en-US" altLang="zh-CN" sz="1400" b="1">
              <a:sym typeface="+mn-ea"/>
            </a:endParaRPr>
          </a:p>
        </p:txBody>
      </p:sp>
      <p:cxnSp>
        <p:nvCxnSpPr>
          <p:cNvPr id="217" name="直接连接符 216"/>
          <p:cNvCxnSpPr/>
          <p:nvPr/>
        </p:nvCxnSpPr>
        <p:spPr>
          <a:xfrm>
            <a:off x="7408545" y="4865370"/>
            <a:ext cx="609600" cy="1905"/>
          </a:xfrm>
          <a:prstGeom prst="line">
            <a:avLst/>
          </a:prstGeom>
          <a:ln w="28575" cmpd="sng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9" name="图片 218"/>
          <p:cNvPicPr/>
          <p:nvPr/>
        </p:nvPicPr>
        <p:blipFill>
          <a:blip r:embed="rId55"/>
          <a:stretch>
            <a:fillRect/>
          </a:stretch>
        </p:blipFill>
        <p:spPr>
          <a:xfrm>
            <a:off x="791845" y="2073910"/>
            <a:ext cx="1490400" cy="982800"/>
          </a:xfrm>
          <a:prstGeom prst="rect">
            <a:avLst/>
          </a:prstGeom>
        </p:spPr>
      </p:pic>
      <p:pic>
        <p:nvPicPr>
          <p:cNvPr id="220" name="图片 219"/>
          <p:cNvPicPr/>
          <p:nvPr/>
        </p:nvPicPr>
        <p:blipFill>
          <a:blip r:embed="rId56"/>
          <a:stretch>
            <a:fillRect/>
          </a:stretch>
        </p:blipFill>
        <p:spPr>
          <a:xfrm>
            <a:off x="3876675" y="2072958"/>
            <a:ext cx="1490400" cy="982800"/>
          </a:xfrm>
          <a:prstGeom prst="rect">
            <a:avLst/>
          </a:prstGeom>
        </p:spPr>
      </p:pic>
      <p:pic>
        <p:nvPicPr>
          <p:cNvPr id="221" name="图片 220"/>
          <p:cNvPicPr/>
          <p:nvPr/>
        </p:nvPicPr>
        <p:blipFill>
          <a:blip r:embed="rId57"/>
          <a:stretch>
            <a:fillRect/>
          </a:stretch>
        </p:blipFill>
        <p:spPr>
          <a:xfrm>
            <a:off x="2331085" y="2073910"/>
            <a:ext cx="1490400" cy="982800"/>
          </a:xfrm>
          <a:prstGeom prst="rect">
            <a:avLst/>
          </a:prstGeom>
        </p:spPr>
      </p:pic>
      <p:cxnSp>
        <p:nvCxnSpPr>
          <p:cNvPr id="225" name="直接连接符 224"/>
          <p:cNvCxnSpPr/>
          <p:nvPr/>
        </p:nvCxnSpPr>
        <p:spPr>
          <a:xfrm flipV="1">
            <a:off x="1724660" y="1715135"/>
            <a:ext cx="1492250" cy="29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flipH="1" flipV="1">
            <a:off x="4253230" y="1717040"/>
            <a:ext cx="931545" cy="294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6" name="组合 235"/>
          <p:cNvGrpSpPr/>
          <p:nvPr/>
        </p:nvGrpSpPr>
        <p:grpSpPr>
          <a:xfrm>
            <a:off x="2688590" y="1346835"/>
            <a:ext cx="2689860" cy="368300"/>
            <a:chOff x="4234" y="2121"/>
            <a:chExt cx="4236" cy="580"/>
          </a:xfrm>
        </p:grpSpPr>
        <p:sp>
          <p:nvSpPr>
            <p:cNvPr id="222" name="圆角矩形 221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grpSp>
        <p:nvGrpSpPr>
          <p:cNvPr id="237" name="组合 236"/>
          <p:cNvGrpSpPr/>
          <p:nvPr/>
        </p:nvGrpSpPr>
        <p:grpSpPr>
          <a:xfrm rot="5400000">
            <a:off x="-3061970" y="5000625"/>
            <a:ext cx="2689860" cy="368300"/>
            <a:chOff x="4234" y="2121"/>
            <a:chExt cx="4236" cy="580"/>
          </a:xfrm>
        </p:grpSpPr>
        <p:sp>
          <p:nvSpPr>
            <p:cNvPr id="238" name="圆角矩形 237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pic>
        <p:nvPicPr>
          <p:cNvPr id="240" name="图片 239"/>
          <p:cNvPicPr/>
          <p:nvPr/>
        </p:nvPicPr>
        <p:blipFill>
          <a:blip r:embed="rId58"/>
          <a:stretch>
            <a:fillRect/>
          </a:stretch>
        </p:blipFill>
        <p:spPr>
          <a:xfrm>
            <a:off x="-3844290" y="5594350"/>
            <a:ext cx="1494000" cy="982800"/>
          </a:xfrm>
          <a:prstGeom prst="rect">
            <a:avLst/>
          </a:prstGeom>
        </p:spPr>
      </p:pic>
      <p:pic>
        <p:nvPicPr>
          <p:cNvPr id="241" name="图片 240"/>
          <p:cNvPicPr/>
          <p:nvPr/>
        </p:nvPicPr>
        <p:blipFill>
          <a:blip r:embed="rId59"/>
          <a:stretch>
            <a:fillRect/>
          </a:stretch>
        </p:blipFill>
        <p:spPr>
          <a:xfrm>
            <a:off x="-3844290" y="4456113"/>
            <a:ext cx="1494000" cy="982800"/>
          </a:xfrm>
          <a:prstGeom prst="rect">
            <a:avLst/>
          </a:prstGeom>
        </p:spPr>
      </p:pic>
      <p:pic>
        <p:nvPicPr>
          <p:cNvPr id="242" name="图片 241"/>
          <p:cNvPicPr/>
          <p:nvPr/>
        </p:nvPicPr>
        <p:blipFill>
          <a:blip r:embed="rId60"/>
          <a:stretch>
            <a:fillRect/>
          </a:stretch>
        </p:blipFill>
        <p:spPr>
          <a:xfrm>
            <a:off x="-3844290" y="3435985"/>
            <a:ext cx="1494000" cy="982800"/>
          </a:xfrm>
          <a:prstGeom prst="rect">
            <a:avLst/>
          </a:prstGeom>
        </p:spPr>
      </p:pic>
      <p:sp>
        <p:nvSpPr>
          <p:cNvPr id="243" name="圆角矩形 242"/>
          <p:cNvSpPr/>
          <p:nvPr/>
        </p:nvSpPr>
        <p:spPr>
          <a:xfrm>
            <a:off x="-4098290" y="3295015"/>
            <a:ext cx="10688955" cy="3404870"/>
          </a:xfrm>
          <a:prstGeom prst="roundRect">
            <a:avLst>
              <a:gd name="adj" fmla="val 7621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45" name="直接箭头连接符 244"/>
          <p:cNvCxnSpPr/>
          <p:nvPr/>
        </p:nvCxnSpPr>
        <p:spPr>
          <a:xfrm flipH="1">
            <a:off x="-2298700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7" name="圆角矩形 246"/>
          <p:cNvSpPr/>
          <p:nvPr/>
        </p:nvSpPr>
        <p:spPr>
          <a:xfrm>
            <a:off x="-3887470" y="3405505"/>
            <a:ext cx="1588770" cy="3220085"/>
          </a:xfrm>
          <a:prstGeom prst="roundRect">
            <a:avLst>
              <a:gd name="adj" fmla="val 4636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50" name="曲线连接符 249"/>
          <p:cNvCxnSpPr/>
          <p:nvPr/>
        </p:nvCxnSpPr>
        <p:spPr>
          <a:xfrm rot="16200000" flipV="1">
            <a:off x="5377180" y="5351780"/>
            <a:ext cx="172720" cy="558165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3" name="文本框 252"/>
          <p:cNvSpPr txBox="1"/>
          <p:nvPr/>
        </p:nvSpPr>
        <p:spPr>
          <a:xfrm>
            <a:off x="5623560" y="3940175"/>
            <a:ext cx="28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256" name="曲线连接符 255"/>
          <p:cNvCxnSpPr>
            <a:stCxn id="257" idx="2"/>
          </p:cNvCxnSpPr>
          <p:nvPr/>
        </p:nvCxnSpPr>
        <p:spPr>
          <a:xfrm rot="5400000">
            <a:off x="5241925" y="4213860"/>
            <a:ext cx="434975" cy="623570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7" name="文本框 256"/>
          <p:cNvSpPr txBox="1"/>
          <p:nvPr/>
        </p:nvSpPr>
        <p:spPr>
          <a:xfrm>
            <a:off x="5568315" y="3940175"/>
            <a:ext cx="40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6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12546965" y="-11197590"/>
            <a:ext cx="14636115" cy="1039622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4064000" y="-2664460"/>
            <a:ext cx="10603865" cy="5887085"/>
          </a:xfrm>
          <a:prstGeom prst="roundRect">
            <a:avLst>
              <a:gd name="adj" fmla="val 3893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03834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07390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0"/>
          <a:stretch>
            <a:fillRect/>
          </a:stretch>
        </p:blipFill>
        <p:spPr>
          <a:xfrm>
            <a:off x="-3748405" y="-33782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1"/>
          <a:stretch>
            <a:fillRect/>
          </a:stretch>
        </p:blipFill>
        <p:spPr>
          <a:xfrm>
            <a:off x="-3748405" y="-1732280"/>
            <a:ext cx="2014220" cy="1327785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12"/>
            </p:custDataLst>
          </p:nvPr>
        </p:nvSpPr>
        <p:spPr>
          <a:xfrm rot="16200000">
            <a:off x="-1779270" y="-234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-1438910" y="12001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 rot="5400000">
            <a:off x="-3201035" y="125158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-3863340" y="-182880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6"/>
            </p:custDataLst>
          </p:nvPr>
        </p:nvCxnSpPr>
        <p:spPr>
          <a:xfrm flipV="1">
            <a:off x="-1734185" y="39751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1052195" y="-4114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1313815" y="-6858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(Patch-token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955675" y="-762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3"/>
            </p:custDataLst>
          </p:nvPr>
        </p:nvCxnSpPr>
        <p:spPr>
          <a:xfrm flipV="1">
            <a:off x="-558800" y="39687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4"/>
            </p:custDataLst>
          </p:nvPr>
        </p:nvCxnSpPr>
        <p:spPr>
          <a:xfrm>
            <a:off x="752475" y="39941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5"/>
            </p:custDataLst>
          </p:nvPr>
        </p:nvSpPr>
        <p:spPr>
          <a:xfrm>
            <a:off x="3029585" y="-2081530"/>
            <a:ext cx="1557655" cy="31553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6"/>
            </p:custDataLst>
          </p:nvPr>
        </p:nvCxnSpPr>
        <p:spPr>
          <a:xfrm>
            <a:off x="2668905" y="39687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5509895" y="-8235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2760980" y="-3163570"/>
            <a:ext cx="722630" cy="5701665"/>
          </a:xfrm>
          <a:prstGeom prst="bentConnector3">
            <a:avLst>
              <a:gd name="adj1" fmla="val 34863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3" idx="1"/>
          </p:cNvCxnSpPr>
          <p:nvPr/>
        </p:nvCxnSpPr>
        <p:spPr>
          <a:xfrm>
            <a:off x="4587240" y="-503555"/>
            <a:ext cx="1036955" cy="1640840"/>
          </a:xfrm>
          <a:prstGeom prst="bentConnector3">
            <a:avLst>
              <a:gd name="adj1" fmla="val 5003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 rot="0">
            <a:off x="5808345" y="-67437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-3561715" y="-21990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 rot="0">
            <a:off x="-220345" y="-100965"/>
            <a:ext cx="982980" cy="1019175"/>
            <a:chOff x="6022" y="2993"/>
            <a:chExt cx="1548" cy="1605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2794635" y="-225615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 rot="0">
            <a:off x="5624195" y="92710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9"/>
          <a:stretch>
            <a:fillRect/>
          </a:stretch>
        </p:blipFill>
        <p:spPr>
          <a:xfrm>
            <a:off x="-3747770" y="134747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0"/>
          <a:stretch>
            <a:fillRect/>
          </a:stretch>
        </p:blipFill>
        <p:spPr>
          <a:xfrm>
            <a:off x="3067685" y="-2051050"/>
            <a:ext cx="1489075" cy="98107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31"/>
          <a:stretch>
            <a:fillRect/>
          </a:stretch>
        </p:blipFill>
        <p:spPr>
          <a:xfrm>
            <a:off x="3068320" y="-1045845"/>
            <a:ext cx="1488440" cy="98171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2"/>
          <a:stretch>
            <a:fillRect/>
          </a:stretch>
        </p:blipFill>
        <p:spPr>
          <a:xfrm>
            <a:off x="3062605" y="71755"/>
            <a:ext cx="1494155" cy="98234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3589655" y="-31750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223" name="圆角矩形 222"/>
          <p:cNvSpPr/>
          <p:nvPr/>
        </p:nvSpPr>
        <p:spPr>
          <a:xfrm>
            <a:off x="590550" y="2013585"/>
            <a:ext cx="4827905" cy="1101725"/>
          </a:xfrm>
          <a:prstGeom prst="roundRect">
            <a:avLst>
              <a:gd name="adj" fmla="val 7492"/>
            </a:avLst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文本框 243"/>
          <p:cNvSpPr txBox="1"/>
          <p:nvPr>
            <p:custDataLst>
              <p:tags r:id="rId34"/>
            </p:custDataLst>
          </p:nvPr>
        </p:nvSpPr>
        <p:spPr>
          <a:xfrm>
            <a:off x="-3338195" y="518541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4" name="圆角矩形 3"/>
          <p:cNvSpPr/>
          <p:nvPr/>
        </p:nvSpPr>
        <p:spPr>
          <a:xfrm>
            <a:off x="6664325" y="-2664460"/>
            <a:ext cx="3023870" cy="9364345"/>
          </a:xfrm>
          <a:prstGeom prst="roundRect">
            <a:avLst>
              <a:gd name="adj" fmla="val 5522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12075" y="-244983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0727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5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24154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blipFill rotWithShape="1">
                <a:blip r:embed="rId36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13346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87590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1317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72096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87082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87781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58126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58507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0857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7597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793178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09053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45807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7687945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/>
          <p:nvPr/>
        </p:nvCxnSpPr>
        <p:spPr>
          <a:xfrm flipV="1">
            <a:off x="8543925" y="-1066165"/>
            <a:ext cx="3175" cy="4960620"/>
          </a:xfrm>
          <a:prstGeom prst="bentConnector3">
            <a:avLst>
              <a:gd name="adj1" fmla="val 2380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8271510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2480945" y="-244284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-945515" y="3362960"/>
            <a:ext cx="7052945" cy="3017520"/>
          </a:xfrm>
          <a:prstGeom prst="roundRect">
            <a:avLst/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163445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248" name="组合 247"/>
          <p:cNvGrpSpPr/>
          <p:nvPr/>
        </p:nvGrpSpPr>
        <p:grpSpPr>
          <a:xfrm>
            <a:off x="6109335" y="2959735"/>
            <a:ext cx="496570" cy="2513965"/>
            <a:chOff x="9621" y="4647"/>
            <a:chExt cx="782" cy="3959"/>
          </a:xfrm>
        </p:grpSpPr>
        <p:sp>
          <p:nvSpPr>
            <p:cNvPr id="138" name="流程图: 决策 137"/>
            <p:cNvSpPr/>
            <p:nvPr/>
          </p:nvSpPr>
          <p:spPr>
            <a:xfrm rot="5400000">
              <a:off x="9168" y="6235"/>
              <a:ext cx="1688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048" y="6385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𝝉</m:t>
                        </m:r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48" y="6385"/>
                  <a:ext cx="3959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7042150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2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5677535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4132580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blipFill rotWithShape="1">
                <a:blip r:embed="rId43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4828540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8" name="直接连接符 197"/>
          <p:cNvCxnSpPr/>
          <p:nvPr/>
        </p:nvCxnSpPr>
        <p:spPr>
          <a:xfrm flipV="1">
            <a:off x="4836795" y="5310505"/>
            <a:ext cx="387985" cy="63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4633595" y="4644390"/>
            <a:ext cx="7346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4591685" y="5494020"/>
            <a:ext cx="786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5073015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73015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肘形连接符 133"/>
          <p:cNvCxnSpPr>
            <a:endCxn id="136" idx="5"/>
          </p:cNvCxnSpPr>
          <p:nvPr/>
        </p:nvCxnSpPr>
        <p:spPr>
          <a:xfrm rot="10800000" flipV="1">
            <a:off x="5865495" y="4859655"/>
            <a:ext cx="1132840" cy="958215"/>
          </a:xfrm>
          <a:prstGeom prst="bentConnector3">
            <a:avLst>
              <a:gd name="adj1" fmla="val -56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6" name="椭圆 135"/>
          <p:cNvSpPr/>
          <p:nvPr/>
        </p:nvSpPr>
        <p:spPr>
          <a:xfrm rot="18900000">
            <a:off x="5677535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5497830" y="5379085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830" y="5379085"/>
                <a:ext cx="581660" cy="294640"/>
              </a:xfrm>
              <a:prstGeom prst="rect">
                <a:avLst/>
              </a:prstGeom>
              <a:blipFill rotWithShape="1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4307205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4307205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2919730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7868920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38" idx="2"/>
          </p:cNvCxnSpPr>
          <p:nvPr/>
        </p:nvCxnSpPr>
        <p:spPr>
          <a:xfrm flipH="1">
            <a:off x="5878195" y="4216400"/>
            <a:ext cx="231140" cy="381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/>
          <p:nvPr/>
        </p:nvCxnSpPr>
        <p:spPr>
          <a:xfrm rot="10800000">
            <a:off x="6604635" y="4216400"/>
            <a:ext cx="1419225" cy="636270"/>
          </a:xfrm>
          <a:prstGeom prst="bentConnector3">
            <a:avLst>
              <a:gd name="adj1" fmla="val 72214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/>
              <p:cNvSpPr txBox="1"/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2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组合 183"/>
          <p:cNvGrpSpPr/>
          <p:nvPr/>
        </p:nvGrpSpPr>
        <p:grpSpPr>
          <a:xfrm rot="0">
            <a:off x="2459990" y="4826000"/>
            <a:ext cx="349250" cy="350520"/>
            <a:chOff x="12466" y="6854"/>
            <a:chExt cx="550" cy="550"/>
          </a:xfrm>
        </p:grpSpPr>
        <p:sp>
          <p:nvSpPr>
            <p:cNvPr id="149" name="椭圆 148"/>
            <p:cNvSpPr/>
            <p:nvPr/>
          </p:nvSpPr>
          <p:spPr>
            <a:xfrm rot="18900000">
              <a:off x="12466" y="6854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2682" y="706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H="1">
            <a:off x="2634615" y="4458335"/>
            <a:ext cx="2540" cy="36830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/>
        </p:nvCxnSpPr>
        <p:spPr>
          <a:xfrm flipH="1">
            <a:off x="2816225" y="5003165"/>
            <a:ext cx="213360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H="1">
            <a:off x="2212975" y="5004435"/>
            <a:ext cx="23241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232" idx="2"/>
          </p:cNvCxnSpPr>
          <p:nvPr/>
        </p:nvCxnSpPr>
        <p:spPr>
          <a:xfrm flipH="1">
            <a:off x="3775710" y="1066165"/>
            <a:ext cx="635" cy="280670"/>
          </a:xfrm>
          <a:prstGeom prst="straightConnector1">
            <a:avLst/>
          </a:prstGeom>
          <a:ln w="28575" cmpd="sng">
            <a:solidFill>
              <a:srgbClr val="325395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H="1">
            <a:off x="3555365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288925" y="5005070"/>
            <a:ext cx="227330" cy="444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-815340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9"/>
          <a:srcRect r="7816"/>
          <a:stretch>
            <a:fillRect/>
          </a:stretch>
        </p:blipFill>
        <p:spPr>
          <a:xfrm>
            <a:off x="366395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6590665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7026275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7365365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8540115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7004685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-1985010" y="3362960"/>
            <a:ext cx="941705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-1453515" y="419862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  <a:p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-1043305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9" name="图片 1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-3748405" y="-338455"/>
            <a:ext cx="1948180" cy="1095375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57415" y="3797300"/>
            <a:ext cx="925830" cy="59626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8006715" y="3886200"/>
            <a:ext cx="1598295" cy="1320800"/>
            <a:chOff x="18712" y="6124"/>
            <a:chExt cx="2517" cy="2080"/>
          </a:xfrm>
        </p:grpSpPr>
        <p:grpSp>
          <p:nvGrpSpPr>
            <p:cNvPr id="152" name="组合 151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175" name="圆角矩形 174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19639" y="6124"/>
              <a:ext cx="1054" cy="972"/>
              <a:chOff x="19991" y="6124"/>
              <a:chExt cx="1054" cy="972"/>
            </a:xfrm>
          </p:grpSpPr>
          <p:cxnSp>
            <p:nvCxnSpPr>
              <p:cNvPr id="185" name="直接箭头连接符 184"/>
              <p:cNvCxnSpPr/>
              <p:nvPr/>
            </p:nvCxnSpPr>
            <p:spPr>
              <a:xfrm flipH="1">
                <a:off x="20505" y="6606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blipFill rotWithShape="1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/>
          <p:cNvCxnSpPr/>
          <p:nvPr/>
        </p:nvCxnSpPr>
        <p:spPr>
          <a:xfrm flipV="1">
            <a:off x="7257415" y="3502660"/>
            <a:ext cx="427990" cy="29845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H="1" flipV="1">
            <a:off x="8034655" y="3502660"/>
            <a:ext cx="142240" cy="29591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文本框 215"/>
          <p:cNvSpPr txBox="1"/>
          <p:nvPr/>
        </p:nvSpPr>
        <p:spPr>
          <a:xfrm>
            <a:off x="-1572895" y="5532120"/>
            <a:ext cx="888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ym typeface="+mn-ea"/>
              </a:rPr>
              <a:t> 2nd pass</a:t>
            </a:r>
            <a:endParaRPr lang="en-US" altLang="zh-CN" sz="1400" b="1">
              <a:sym typeface="+mn-ea"/>
            </a:endParaRPr>
          </a:p>
        </p:txBody>
      </p:sp>
      <p:pic>
        <p:nvPicPr>
          <p:cNvPr id="219" name="图片 218"/>
          <p:cNvPicPr/>
          <p:nvPr/>
        </p:nvPicPr>
        <p:blipFill>
          <a:blip r:embed="rId55"/>
          <a:stretch>
            <a:fillRect/>
          </a:stretch>
        </p:blipFill>
        <p:spPr>
          <a:xfrm>
            <a:off x="658495" y="2073910"/>
            <a:ext cx="1490400" cy="982800"/>
          </a:xfrm>
          <a:prstGeom prst="rect">
            <a:avLst/>
          </a:prstGeom>
        </p:spPr>
      </p:pic>
      <p:pic>
        <p:nvPicPr>
          <p:cNvPr id="220" name="图片 219"/>
          <p:cNvPicPr/>
          <p:nvPr/>
        </p:nvPicPr>
        <p:blipFill>
          <a:blip r:embed="rId56"/>
          <a:stretch>
            <a:fillRect/>
          </a:stretch>
        </p:blipFill>
        <p:spPr>
          <a:xfrm>
            <a:off x="2203450" y="2073593"/>
            <a:ext cx="1490400" cy="982800"/>
          </a:xfrm>
          <a:prstGeom prst="rect">
            <a:avLst/>
          </a:prstGeom>
        </p:spPr>
      </p:pic>
      <p:pic>
        <p:nvPicPr>
          <p:cNvPr id="221" name="图片 220"/>
          <p:cNvPicPr/>
          <p:nvPr/>
        </p:nvPicPr>
        <p:blipFill>
          <a:blip r:embed="rId57"/>
          <a:stretch>
            <a:fillRect/>
          </a:stretch>
        </p:blipFill>
        <p:spPr>
          <a:xfrm>
            <a:off x="3872230" y="2073910"/>
            <a:ext cx="1490400" cy="982800"/>
          </a:xfrm>
          <a:prstGeom prst="rect">
            <a:avLst/>
          </a:prstGeom>
        </p:spPr>
      </p:pic>
      <p:cxnSp>
        <p:nvCxnSpPr>
          <p:cNvPr id="225" name="直接连接符 224"/>
          <p:cNvCxnSpPr/>
          <p:nvPr/>
        </p:nvCxnSpPr>
        <p:spPr>
          <a:xfrm flipV="1">
            <a:off x="1724660" y="1715135"/>
            <a:ext cx="1492250" cy="29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flipH="1" flipV="1">
            <a:off x="4253230" y="1717040"/>
            <a:ext cx="931545" cy="294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6" name="组合 235"/>
          <p:cNvGrpSpPr/>
          <p:nvPr/>
        </p:nvGrpSpPr>
        <p:grpSpPr>
          <a:xfrm>
            <a:off x="2688590" y="1346835"/>
            <a:ext cx="2689860" cy="368300"/>
            <a:chOff x="4234" y="2121"/>
            <a:chExt cx="4236" cy="580"/>
          </a:xfrm>
        </p:grpSpPr>
        <p:sp>
          <p:nvSpPr>
            <p:cNvPr id="222" name="圆角矩形 221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grpSp>
        <p:nvGrpSpPr>
          <p:cNvPr id="237" name="组合 236"/>
          <p:cNvGrpSpPr/>
          <p:nvPr/>
        </p:nvGrpSpPr>
        <p:grpSpPr>
          <a:xfrm rot="5400000">
            <a:off x="-3061970" y="5000625"/>
            <a:ext cx="2689860" cy="368300"/>
            <a:chOff x="4234" y="2121"/>
            <a:chExt cx="4236" cy="580"/>
          </a:xfrm>
        </p:grpSpPr>
        <p:sp>
          <p:nvSpPr>
            <p:cNvPr id="238" name="圆角矩形 237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39" name="文本框 23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pic>
        <p:nvPicPr>
          <p:cNvPr id="240" name="图片 239"/>
          <p:cNvPicPr/>
          <p:nvPr/>
        </p:nvPicPr>
        <p:blipFill>
          <a:blip r:embed="rId58"/>
          <a:stretch>
            <a:fillRect/>
          </a:stretch>
        </p:blipFill>
        <p:spPr>
          <a:xfrm>
            <a:off x="-3844290" y="5594350"/>
            <a:ext cx="1494000" cy="982800"/>
          </a:xfrm>
          <a:prstGeom prst="rect">
            <a:avLst/>
          </a:prstGeom>
        </p:spPr>
      </p:pic>
      <p:pic>
        <p:nvPicPr>
          <p:cNvPr id="241" name="图片 240"/>
          <p:cNvPicPr/>
          <p:nvPr/>
        </p:nvPicPr>
        <p:blipFill>
          <a:blip r:embed="rId59"/>
          <a:stretch>
            <a:fillRect/>
          </a:stretch>
        </p:blipFill>
        <p:spPr>
          <a:xfrm>
            <a:off x="-3844290" y="4456113"/>
            <a:ext cx="1494000" cy="982800"/>
          </a:xfrm>
          <a:prstGeom prst="rect">
            <a:avLst/>
          </a:prstGeom>
        </p:spPr>
      </p:pic>
      <p:pic>
        <p:nvPicPr>
          <p:cNvPr id="242" name="图片 241"/>
          <p:cNvPicPr/>
          <p:nvPr/>
        </p:nvPicPr>
        <p:blipFill>
          <a:blip r:embed="rId60"/>
          <a:stretch>
            <a:fillRect/>
          </a:stretch>
        </p:blipFill>
        <p:spPr>
          <a:xfrm>
            <a:off x="-3844290" y="3435985"/>
            <a:ext cx="1494000" cy="982800"/>
          </a:xfrm>
          <a:prstGeom prst="rect">
            <a:avLst/>
          </a:prstGeom>
        </p:spPr>
      </p:pic>
      <p:sp>
        <p:nvSpPr>
          <p:cNvPr id="243" name="圆角矩形 242"/>
          <p:cNvSpPr/>
          <p:nvPr/>
        </p:nvSpPr>
        <p:spPr>
          <a:xfrm>
            <a:off x="-4064000" y="3295015"/>
            <a:ext cx="10654665" cy="3404870"/>
          </a:xfrm>
          <a:prstGeom prst="roundRect">
            <a:avLst>
              <a:gd name="adj" fmla="val 7621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45" name="直接箭头连接符 244"/>
          <p:cNvCxnSpPr/>
          <p:nvPr/>
        </p:nvCxnSpPr>
        <p:spPr>
          <a:xfrm flipH="1">
            <a:off x="-2298700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7" name="圆角矩形 246"/>
          <p:cNvSpPr/>
          <p:nvPr/>
        </p:nvSpPr>
        <p:spPr>
          <a:xfrm>
            <a:off x="-3887470" y="3405505"/>
            <a:ext cx="1588770" cy="3220085"/>
          </a:xfrm>
          <a:prstGeom prst="roundRect">
            <a:avLst>
              <a:gd name="adj" fmla="val 4636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50" name="曲线连接符 249"/>
          <p:cNvCxnSpPr/>
          <p:nvPr/>
        </p:nvCxnSpPr>
        <p:spPr>
          <a:xfrm rot="16200000" flipV="1">
            <a:off x="5377180" y="5351780"/>
            <a:ext cx="172720" cy="558165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3" name="文本框 252"/>
          <p:cNvSpPr txBox="1"/>
          <p:nvPr/>
        </p:nvSpPr>
        <p:spPr>
          <a:xfrm>
            <a:off x="5623560" y="3940175"/>
            <a:ext cx="28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256" name="曲线连接符 255"/>
          <p:cNvCxnSpPr>
            <a:stCxn id="257" idx="2"/>
          </p:cNvCxnSpPr>
          <p:nvPr/>
        </p:nvCxnSpPr>
        <p:spPr>
          <a:xfrm rot="5400000">
            <a:off x="5241925" y="4213860"/>
            <a:ext cx="434975" cy="623570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7" name="文本框 256"/>
          <p:cNvSpPr txBox="1"/>
          <p:nvPr/>
        </p:nvSpPr>
        <p:spPr>
          <a:xfrm>
            <a:off x="5568315" y="3940175"/>
            <a:ext cx="40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61"/>
            </p:custDataLst>
          </p:nvPr>
        </p:nvSpPr>
        <p:spPr>
          <a:xfrm>
            <a:off x="3596640" y="2335530"/>
            <a:ext cx="110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</p:spTree>
    <p:custDataLst>
      <p:tags r:id="rId6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-4530725" y="-3333750"/>
            <a:ext cx="14886305" cy="1065657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-4064000" y="-2664460"/>
            <a:ext cx="10603865" cy="5887085"/>
          </a:xfrm>
          <a:prstGeom prst="roundRect">
            <a:avLst>
              <a:gd name="adj" fmla="val 3893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">
            <a:alphaModFix amt="80000"/>
          </a:blip>
          <a:srcRect l="6471" t="-1544" r="6552" b="1544"/>
          <a:stretch>
            <a:fillRect/>
          </a:stretch>
        </p:blipFill>
        <p:spPr>
          <a:xfrm>
            <a:off x="7038340" y="69786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2"/>
          <a:srcRect t="8111" b="8556"/>
          <a:stretch>
            <a:fillRect/>
          </a:stretch>
        </p:blipFill>
        <p:spPr>
          <a:xfrm>
            <a:off x="7073900" y="651510"/>
            <a:ext cx="2012950" cy="1316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8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0"/>
          <a:stretch>
            <a:fillRect/>
          </a:stretch>
        </p:blipFill>
        <p:spPr>
          <a:xfrm>
            <a:off x="-3748405" y="-33782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1"/>
          <a:stretch>
            <a:fillRect/>
          </a:stretch>
        </p:blipFill>
        <p:spPr>
          <a:xfrm>
            <a:off x="-3748405" y="-1732280"/>
            <a:ext cx="2014220" cy="1327785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12"/>
            </p:custDataLst>
          </p:nvPr>
        </p:nvSpPr>
        <p:spPr>
          <a:xfrm rot="16200000">
            <a:off x="-1779270" y="-2349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-1438910" y="12001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 rot="5400000">
            <a:off x="-3201035" y="125158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5"/>
            </p:custDataLst>
          </p:nvPr>
        </p:nvSpPr>
        <p:spPr>
          <a:xfrm>
            <a:off x="-3863340" y="-182880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6"/>
            </p:custDataLst>
          </p:nvPr>
        </p:nvCxnSpPr>
        <p:spPr>
          <a:xfrm flipV="1">
            <a:off x="-1734185" y="39751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流程图: 手动操作 39"/>
          <p:cNvSpPr/>
          <p:nvPr>
            <p:custDataLst>
              <p:tags r:id="rId17"/>
            </p:custDataLst>
          </p:nvPr>
        </p:nvSpPr>
        <p:spPr>
          <a:xfrm rot="16200000">
            <a:off x="1052195" y="-41148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18">
            <a:alphaModFix amt="60000"/>
          </a:blip>
          <a:stretch>
            <a:fillRect/>
          </a:stretch>
        </p:blipFill>
        <p:spPr>
          <a:xfrm>
            <a:off x="1313815" y="-6858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(Patch-token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-750570" y="927735"/>
                <a:ext cx="1798320" cy="755015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2"/>
            </p:custDataLst>
          </p:nvPr>
        </p:nvSpPr>
        <p:spPr>
          <a:xfrm>
            <a:off x="955675" y="-762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3"/>
            </p:custDataLst>
          </p:nvPr>
        </p:nvCxnSpPr>
        <p:spPr>
          <a:xfrm flipV="1">
            <a:off x="-558800" y="39687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4"/>
            </p:custDataLst>
          </p:nvPr>
        </p:nvCxnSpPr>
        <p:spPr>
          <a:xfrm>
            <a:off x="752475" y="39941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5"/>
            </p:custDataLst>
          </p:nvPr>
        </p:nvSpPr>
        <p:spPr>
          <a:xfrm>
            <a:off x="3029585" y="-2081530"/>
            <a:ext cx="1557655" cy="31553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6"/>
            </p:custDataLst>
          </p:nvPr>
        </p:nvCxnSpPr>
        <p:spPr>
          <a:xfrm>
            <a:off x="2668905" y="39687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5509895" y="-82359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2760980" y="-3163570"/>
            <a:ext cx="722630" cy="5701665"/>
          </a:xfrm>
          <a:prstGeom prst="bentConnector3">
            <a:avLst>
              <a:gd name="adj1" fmla="val 34863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3" idx="1"/>
          </p:cNvCxnSpPr>
          <p:nvPr/>
        </p:nvCxnSpPr>
        <p:spPr>
          <a:xfrm>
            <a:off x="4587240" y="-503555"/>
            <a:ext cx="1036955" cy="1640840"/>
          </a:xfrm>
          <a:prstGeom prst="bentConnector3">
            <a:avLst>
              <a:gd name="adj1" fmla="val 5003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 rot="0">
            <a:off x="5808345" y="-67437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385" y="173355"/>
                <a:ext cx="2021205" cy="645160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7665" y="1707515"/>
                <a:ext cx="1296670" cy="922020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-3561715" y="-219900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 rot="0">
            <a:off x="-220345" y="-100965"/>
            <a:ext cx="982980" cy="1019175"/>
            <a:chOff x="6022" y="2993"/>
            <a:chExt cx="1548" cy="1605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2794635" y="-225615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 rot="0">
            <a:off x="5624195" y="92710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29"/>
          <a:stretch>
            <a:fillRect/>
          </a:stretch>
        </p:blipFill>
        <p:spPr>
          <a:xfrm>
            <a:off x="-3747770" y="134747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0"/>
          <a:stretch>
            <a:fillRect/>
          </a:stretch>
        </p:blipFill>
        <p:spPr>
          <a:xfrm>
            <a:off x="3067685" y="-2051050"/>
            <a:ext cx="1489075" cy="98107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31"/>
          <a:stretch>
            <a:fillRect/>
          </a:stretch>
        </p:blipFill>
        <p:spPr>
          <a:xfrm>
            <a:off x="3068320" y="-1045845"/>
            <a:ext cx="1488440" cy="98171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2"/>
          <a:stretch>
            <a:fillRect/>
          </a:stretch>
        </p:blipFill>
        <p:spPr>
          <a:xfrm>
            <a:off x="3062605" y="71755"/>
            <a:ext cx="1494155" cy="98234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3"/>
            </p:custDataLst>
          </p:nvPr>
        </p:nvSpPr>
        <p:spPr>
          <a:xfrm>
            <a:off x="3589655" y="-31750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223" name="圆角矩形 222"/>
          <p:cNvSpPr/>
          <p:nvPr/>
        </p:nvSpPr>
        <p:spPr>
          <a:xfrm>
            <a:off x="590550" y="2013585"/>
            <a:ext cx="4827905" cy="1101725"/>
          </a:xfrm>
          <a:prstGeom prst="roundRect">
            <a:avLst>
              <a:gd name="adj" fmla="val 7492"/>
            </a:avLst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文本框 243"/>
          <p:cNvSpPr txBox="1"/>
          <p:nvPr>
            <p:custDataLst>
              <p:tags r:id="rId34"/>
            </p:custDataLst>
          </p:nvPr>
        </p:nvSpPr>
        <p:spPr>
          <a:xfrm>
            <a:off x="-3338195" y="518541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4" name="圆角矩形 3"/>
          <p:cNvSpPr/>
          <p:nvPr/>
        </p:nvSpPr>
        <p:spPr>
          <a:xfrm>
            <a:off x="6664325" y="-2664460"/>
            <a:ext cx="3023870" cy="9364345"/>
          </a:xfrm>
          <a:prstGeom prst="roundRect">
            <a:avLst>
              <a:gd name="adj" fmla="val 5522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12075" y="-244983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>
            <a:off x="7407275" y="-133096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5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7241540" y="-1631950"/>
            <a:ext cx="28638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5405" y="-554990"/>
                <a:ext cx="457200" cy="457200"/>
              </a:xfrm>
              <a:prstGeom prst="cube">
                <a:avLst/>
              </a:prstGeom>
              <a:blipFill rotWithShape="1">
                <a:blip r:embed="rId36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6133465" y="-106616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7875905" y="-80327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6313170" y="-106616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7720965" y="15049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7870825" y="-1009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7877810" y="46863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7581265" y="-122301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7585075" y="-105854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7608570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7759700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793178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8090535" y="-11347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7458075" y="-114617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7687945" y="2254885"/>
            <a:ext cx="337820" cy="655998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/>
          <p:nvPr/>
        </p:nvCxnSpPr>
        <p:spPr>
          <a:xfrm flipV="1">
            <a:off x="8543925" y="-1066165"/>
            <a:ext cx="3175" cy="4960620"/>
          </a:xfrm>
          <a:prstGeom prst="bentConnector3">
            <a:avLst>
              <a:gd name="adj1" fmla="val 2380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8271510" y="66484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2480945" y="-244284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-945515" y="3362960"/>
            <a:ext cx="7052945" cy="30175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163445" y="342900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248" name="组合 247"/>
          <p:cNvGrpSpPr/>
          <p:nvPr/>
        </p:nvGrpSpPr>
        <p:grpSpPr>
          <a:xfrm>
            <a:off x="6109970" y="2940685"/>
            <a:ext cx="496570" cy="2513965"/>
            <a:chOff x="9622" y="4617"/>
            <a:chExt cx="782" cy="3959"/>
          </a:xfrm>
        </p:grpSpPr>
        <p:sp>
          <p:nvSpPr>
            <p:cNvPr id="138" name="流程图: 决策 137"/>
            <p:cNvSpPr/>
            <p:nvPr/>
          </p:nvSpPr>
          <p:spPr>
            <a:xfrm rot="5400000">
              <a:off x="9112" y="6239"/>
              <a:ext cx="1801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054" y="6355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54" y="6355"/>
                  <a:ext cx="3959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4330" y="3775075"/>
                <a:ext cx="581660" cy="306705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>
            <a:off x="7042150" y="48704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2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2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5677535" y="411543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4132580" y="482663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995" y="4664710"/>
                <a:ext cx="525780" cy="368300"/>
              </a:xfrm>
              <a:prstGeom prst="rect">
                <a:avLst/>
              </a:prstGeom>
              <a:blipFill rotWithShape="1">
                <a:blip r:embed="rId43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4828540" y="4182110"/>
            <a:ext cx="29718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8" name="直接连接符 197"/>
          <p:cNvCxnSpPr/>
          <p:nvPr/>
        </p:nvCxnSpPr>
        <p:spPr>
          <a:xfrm flipV="1">
            <a:off x="4836795" y="5310505"/>
            <a:ext cx="387985" cy="635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4633595" y="4644390"/>
            <a:ext cx="7346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4591685" y="5494020"/>
            <a:ext cx="786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5073015" y="5819775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5073015" y="4182110"/>
            <a:ext cx="147320" cy="0"/>
          </a:xfrm>
          <a:prstGeom prst="line">
            <a:avLst/>
          </a:prstGeom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10" y="565150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640" y="4050030"/>
                <a:ext cx="757555" cy="337185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椭圆 135"/>
          <p:cNvSpPr/>
          <p:nvPr/>
        </p:nvSpPr>
        <p:spPr>
          <a:xfrm rot="18900000">
            <a:off x="5677535" y="572452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6051550" y="5532120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550" y="5532120"/>
                <a:ext cx="581660" cy="294640"/>
              </a:xfrm>
              <a:prstGeom prst="rect">
                <a:avLst/>
              </a:prstGeom>
              <a:blipFill rotWithShape="1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/>
          <p:nvPr/>
        </p:nvCxnSpPr>
        <p:spPr>
          <a:xfrm rot="10800000" flipV="1">
            <a:off x="4307205" y="4407535"/>
            <a:ext cx="516890" cy="41846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4307205" y="5175250"/>
            <a:ext cx="496570" cy="415925"/>
          </a:xfrm>
          <a:prstGeom prst="bent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>
            <a:off x="2919730" y="418211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Fusion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7868920" y="203390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38" idx="2"/>
          </p:cNvCxnSpPr>
          <p:nvPr/>
        </p:nvCxnSpPr>
        <p:spPr>
          <a:xfrm flipH="1">
            <a:off x="5878830" y="4219575"/>
            <a:ext cx="231140" cy="381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/>
          <p:nvPr/>
        </p:nvCxnSpPr>
        <p:spPr>
          <a:xfrm rot="10800000">
            <a:off x="6604635" y="4216400"/>
            <a:ext cx="1419225" cy="636270"/>
          </a:xfrm>
          <a:prstGeom prst="bentConnector3">
            <a:avLst>
              <a:gd name="adj1" fmla="val 72214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/>
              <p:cNvSpPr txBox="1"/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2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3950" y="4155440"/>
                <a:ext cx="496570" cy="36830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组合 183"/>
          <p:cNvGrpSpPr/>
          <p:nvPr/>
        </p:nvGrpSpPr>
        <p:grpSpPr>
          <a:xfrm rot="0">
            <a:off x="2459990" y="4826000"/>
            <a:ext cx="349250" cy="350520"/>
            <a:chOff x="12466" y="6854"/>
            <a:chExt cx="550" cy="550"/>
          </a:xfrm>
        </p:grpSpPr>
        <p:sp>
          <p:nvSpPr>
            <p:cNvPr id="149" name="椭圆 148"/>
            <p:cNvSpPr/>
            <p:nvPr/>
          </p:nvSpPr>
          <p:spPr>
            <a:xfrm rot="18900000">
              <a:off x="12466" y="6854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2682" y="706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H="1">
            <a:off x="2634615" y="4458335"/>
            <a:ext cx="2540" cy="36830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/>
        </p:nvCxnSpPr>
        <p:spPr>
          <a:xfrm flipH="1">
            <a:off x="2816225" y="5003165"/>
            <a:ext cx="213360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H="1">
            <a:off x="2212975" y="5004435"/>
            <a:ext cx="23241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232" idx="2"/>
          </p:cNvCxnSpPr>
          <p:nvPr/>
        </p:nvCxnSpPr>
        <p:spPr>
          <a:xfrm flipH="1">
            <a:off x="3775710" y="1066165"/>
            <a:ext cx="635" cy="280670"/>
          </a:xfrm>
          <a:prstGeom prst="straightConnector1">
            <a:avLst/>
          </a:prstGeom>
          <a:ln w="28575" cmpd="sng">
            <a:solidFill>
              <a:srgbClr val="325395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H="1">
            <a:off x="3555365" y="499872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288925" y="5005070"/>
            <a:ext cx="227330" cy="444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>
            <a:off x="-815340" y="451358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9"/>
          <a:srcRect r="7816"/>
          <a:stretch>
            <a:fillRect/>
          </a:stretch>
        </p:blipFill>
        <p:spPr>
          <a:xfrm>
            <a:off x="366395" y="364744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6590665" y="-138303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7026275" y="291020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7365365" y="259080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8975" y="2277110"/>
                <a:ext cx="66929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8540115" y="350774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3285" y="-1045845"/>
                <a:ext cx="843915" cy="382905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7004685" y="316484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15" y="3894455"/>
                <a:ext cx="762000" cy="368300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-1985010" y="3362960"/>
            <a:ext cx="941705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-1453515" y="419862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  <a:p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-1043305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9" name="图片 138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-3748405" y="-338455"/>
            <a:ext cx="1948180" cy="1095375"/>
          </a:xfrm>
          <a:prstGeom prst="rect">
            <a:avLst/>
          </a:prstGeom>
        </p:spPr>
      </p:pic>
      <p:pic>
        <p:nvPicPr>
          <p:cNvPr id="140" name="图片 139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257415" y="3797300"/>
            <a:ext cx="925830" cy="59626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>
            <a:off x="8006715" y="3886200"/>
            <a:ext cx="1598295" cy="1320800"/>
            <a:chOff x="18712" y="6124"/>
            <a:chExt cx="2517" cy="2080"/>
          </a:xfrm>
        </p:grpSpPr>
        <p:grpSp>
          <p:nvGrpSpPr>
            <p:cNvPr id="152" name="组合 151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175" name="圆角矩形 174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19639" y="6124"/>
              <a:ext cx="1054" cy="972"/>
              <a:chOff x="19991" y="6124"/>
              <a:chExt cx="1054" cy="972"/>
            </a:xfrm>
          </p:grpSpPr>
          <p:cxnSp>
            <p:nvCxnSpPr>
              <p:cNvPr id="185" name="直接箭头连接符 184"/>
              <p:cNvCxnSpPr/>
              <p:nvPr/>
            </p:nvCxnSpPr>
            <p:spPr>
              <a:xfrm flipH="1">
                <a:off x="20505" y="6606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0400" y="4743450"/>
                <a:ext cx="747395" cy="368300"/>
              </a:xfrm>
              <a:prstGeom prst="rect">
                <a:avLst/>
              </a:prstGeom>
              <a:blipFill rotWithShape="1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/>
          <p:cNvCxnSpPr/>
          <p:nvPr/>
        </p:nvCxnSpPr>
        <p:spPr>
          <a:xfrm flipV="1">
            <a:off x="7257415" y="3502660"/>
            <a:ext cx="427990" cy="29845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H="1" flipV="1">
            <a:off x="8034655" y="3502660"/>
            <a:ext cx="142240" cy="29591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文本框 215"/>
          <p:cNvSpPr txBox="1"/>
          <p:nvPr/>
        </p:nvSpPr>
        <p:spPr>
          <a:xfrm>
            <a:off x="-1572895" y="5532120"/>
            <a:ext cx="888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ym typeface="+mn-ea"/>
              </a:rPr>
              <a:t> 2nd pass</a:t>
            </a:r>
            <a:endParaRPr lang="en-US" altLang="zh-CN" sz="1400" b="1">
              <a:sym typeface="+mn-ea"/>
            </a:endParaRPr>
          </a:p>
        </p:txBody>
      </p:sp>
      <p:pic>
        <p:nvPicPr>
          <p:cNvPr id="219" name="图片 218"/>
          <p:cNvPicPr/>
          <p:nvPr/>
        </p:nvPicPr>
        <p:blipFill>
          <a:blip r:embed="rId55"/>
          <a:stretch>
            <a:fillRect/>
          </a:stretch>
        </p:blipFill>
        <p:spPr>
          <a:xfrm>
            <a:off x="658495" y="2073910"/>
            <a:ext cx="1490400" cy="982800"/>
          </a:xfrm>
          <a:prstGeom prst="rect">
            <a:avLst/>
          </a:prstGeom>
        </p:spPr>
      </p:pic>
      <p:pic>
        <p:nvPicPr>
          <p:cNvPr id="220" name="图片 219"/>
          <p:cNvPicPr/>
          <p:nvPr/>
        </p:nvPicPr>
        <p:blipFill>
          <a:blip r:embed="rId56"/>
          <a:stretch>
            <a:fillRect/>
          </a:stretch>
        </p:blipFill>
        <p:spPr>
          <a:xfrm>
            <a:off x="2203450" y="2073593"/>
            <a:ext cx="1490400" cy="982800"/>
          </a:xfrm>
          <a:prstGeom prst="rect">
            <a:avLst/>
          </a:prstGeom>
        </p:spPr>
      </p:pic>
      <p:pic>
        <p:nvPicPr>
          <p:cNvPr id="221" name="图片 220"/>
          <p:cNvPicPr/>
          <p:nvPr/>
        </p:nvPicPr>
        <p:blipFill>
          <a:blip r:embed="rId57"/>
          <a:stretch>
            <a:fillRect/>
          </a:stretch>
        </p:blipFill>
        <p:spPr>
          <a:xfrm>
            <a:off x="3872230" y="2073910"/>
            <a:ext cx="1490400" cy="982800"/>
          </a:xfrm>
          <a:prstGeom prst="rect">
            <a:avLst/>
          </a:prstGeom>
        </p:spPr>
      </p:pic>
      <p:cxnSp>
        <p:nvCxnSpPr>
          <p:cNvPr id="225" name="直接连接符 224"/>
          <p:cNvCxnSpPr/>
          <p:nvPr/>
        </p:nvCxnSpPr>
        <p:spPr>
          <a:xfrm flipV="1">
            <a:off x="1724660" y="1715135"/>
            <a:ext cx="1492250" cy="29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flipH="1" flipV="1">
            <a:off x="4253230" y="1717040"/>
            <a:ext cx="931545" cy="294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6" name="组合 235"/>
          <p:cNvGrpSpPr/>
          <p:nvPr/>
        </p:nvGrpSpPr>
        <p:grpSpPr>
          <a:xfrm>
            <a:off x="2688590" y="1346835"/>
            <a:ext cx="2689860" cy="368300"/>
            <a:chOff x="4234" y="2121"/>
            <a:chExt cx="4236" cy="580"/>
          </a:xfrm>
        </p:grpSpPr>
        <p:sp>
          <p:nvSpPr>
            <p:cNvPr id="222" name="圆角矩形 221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grpSp>
        <p:nvGrpSpPr>
          <p:cNvPr id="237" name="组合 236"/>
          <p:cNvGrpSpPr/>
          <p:nvPr/>
        </p:nvGrpSpPr>
        <p:grpSpPr>
          <a:xfrm rot="5400000">
            <a:off x="-2745740" y="4742815"/>
            <a:ext cx="2057400" cy="368300"/>
            <a:chOff x="4326" y="2121"/>
            <a:chExt cx="3240" cy="580"/>
          </a:xfrm>
        </p:grpSpPr>
        <p:sp>
          <p:nvSpPr>
            <p:cNvPr id="238" name="圆角矩形 237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9" name="文本框 238"/>
                <p:cNvSpPr txBox="1"/>
                <p:nvPr/>
              </p:nvSpPr>
              <p:spPr>
                <a:xfrm>
                  <a:off x="4810" y="2154"/>
                  <a:ext cx="215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altLang="zh-CN" sz="1400" b="1"/>
                    <a:t> Threshold</a:t>
                  </a:r>
                  <a:endParaRPr lang="en-US" altLang="zh-CN" sz="1400" b="1"/>
                </a:p>
              </p:txBody>
            </p:sp>
          </mc:Choice>
          <mc:Fallback>
            <p:sp>
              <p:nvSpPr>
                <p:cNvPr id="239" name="文本框 2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" y="2154"/>
                  <a:ext cx="2154" cy="483"/>
                </a:xfrm>
                <a:prstGeom prst="rect">
                  <a:avLst/>
                </a:prstGeom>
                <a:blipFill rotWithShape="1">
                  <a:blip r:embed="rId5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0" name="图片 239"/>
          <p:cNvPicPr/>
          <p:nvPr/>
        </p:nvPicPr>
        <p:blipFill>
          <a:blip r:embed="rId59"/>
          <a:stretch>
            <a:fillRect/>
          </a:stretch>
        </p:blipFill>
        <p:spPr>
          <a:xfrm>
            <a:off x="-3844290" y="5594350"/>
            <a:ext cx="1494000" cy="982800"/>
          </a:xfrm>
          <a:prstGeom prst="rect">
            <a:avLst/>
          </a:prstGeom>
        </p:spPr>
      </p:pic>
      <p:pic>
        <p:nvPicPr>
          <p:cNvPr id="241" name="图片 240"/>
          <p:cNvPicPr/>
          <p:nvPr/>
        </p:nvPicPr>
        <p:blipFill>
          <a:blip r:embed="rId60"/>
          <a:stretch>
            <a:fillRect/>
          </a:stretch>
        </p:blipFill>
        <p:spPr>
          <a:xfrm>
            <a:off x="-3844290" y="4456113"/>
            <a:ext cx="1494000" cy="982800"/>
          </a:xfrm>
          <a:prstGeom prst="rect">
            <a:avLst/>
          </a:prstGeom>
        </p:spPr>
      </p:pic>
      <p:pic>
        <p:nvPicPr>
          <p:cNvPr id="242" name="图片 241"/>
          <p:cNvPicPr/>
          <p:nvPr/>
        </p:nvPicPr>
        <p:blipFill>
          <a:blip r:embed="rId61"/>
          <a:stretch>
            <a:fillRect/>
          </a:stretch>
        </p:blipFill>
        <p:spPr>
          <a:xfrm>
            <a:off x="-3844290" y="3435985"/>
            <a:ext cx="1494000" cy="982800"/>
          </a:xfrm>
          <a:prstGeom prst="rect">
            <a:avLst/>
          </a:prstGeom>
        </p:spPr>
      </p:pic>
      <p:sp>
        <p:nvSpPr>
          <p:cNvPr id="243" name="圆角矩形 242"/>
          <p:cNvSpPr/>
          <p:nvPr/>
        </p:nvSpPr>
        <p:spPr>
          <a:xfrm>
            <a:off x="-4064000" y="3295015"/>
            <a:ext cx="10654665" cy="3404870"/>
          </a:xfrm>
          <a:prstGeom prst="roundRect">
            <a:avLst>
              <a:gd name="adj" fmla="val 7621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45" name="直接箭头连接符 244"/>
          <p:cNvCxnSpPr/>
          <p:nvPr/>
        </p:nvCxnSpPr>
        <p:spPr>
          <a:xfrm flipH="1">
            <a:off x="-2298700" y="500761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7" name="圆角矩形 246"/>
          <p:cNvSpPr/>
          <p:nvPr/>
        </p:nvSpPr>
        <p:spPr>
          <a:xfrm>
            <a:off x="-3887470" y="3405505"/>
            <a:ext cx="1588770" cy="3220085"/>
          </a:xfrm>
          <a:prstGeom prst="roundRect">
            <a:avLst>
              <a:gd name="adj" fmla="val 4636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50" name="曲线连接符 249"/>
          <p:cNvCxnSpPr/>
          <p:nvPr/>
        </p:nvCxnSpPr>
        <p:spPr>
          <a:xfrm rot="16200000" flipV="1">
            <a:off x="5377180" y="5351780"/>
            <a:ext cx="172720" cy="558165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3" name="文本框 252"/>
          <p:cNvSpPr txBox="1"/>
          <p:nvPr/>
        </p:nvSpPr>
        <p:spPr>
          <a:xfrm>
            <a:off x="5623560" y="3940175"/>
            <a:ext cx="28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256" name="曲线连接符 255"/>
          <p:cNvCxnSpPr>
            <a:stCxn id="257" idx="2"/>
          </p:cNvCxnSpPr>
          <p:nvPr/>
        </p:nvCxnSpPr>
        <p:spPr>
          <a:xfrm rot="5400000">
            <a:off x="5241925" y="4213860"/>
            <a:ext cx="434975" cy="623570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7" name="文本框 256"/>
          <p:cNvSpPr txBox="1"/>
          <p:nvPr/>
        </p:nvSpPr>
        <p:spPr>
          <a:xfrm>
            <a:off x="5568315" y="3940175"/>
            <a:ext cx="40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62"/>
            </p:custDataLst>
          </p:nvPr>
        </p:nvSpPr>
        <p:spPr>
          <a:xfrm>
            <a:off x="3596640" y="2335530"/>
            <a:ext cx="110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grpSp>
        <p:nvGrpSpPr>
          <p:cNvPr id="230" name="组合 229"/>
          <p:cNvGrpSpPr/>
          <p:nvPr/>
        </p:nvGrpSpPr>
        <p:grpSpPr>
          <a:xfrm>
            <a:off x="7192010" y="5379085"/>
            <a:ext cx="2842895" cy="1160145"/>
            <a:chOff x="10806" y="8489"/>
            <a:chExt cx="4477" cy="1827"/>
          </a:xfrm>
        </p:grpSpPr>
        <p:grpSp>
          <p:nvGrpSpPr>
            <p:cNvPr id="227" name="组合 226"/>
            <p:cNvGrpSpPr/>
            <p:nvPr/>
          </p:nvGrpSpPr>
          <p:grpSpPr>
            <a:xfrm>
              <a:off x="11561" y="9057"/>
              <a:ext cx="1553" cy="1066"/>
              <a:chOff x="11470" y="8628"/>
              <a:chExt cx="1553" cy="1066"/>
            </a:xfrm>
          </p:grpSpPr>
          <p:pic>
            <p:nvPicPr>
              <p:cNvPr id="217" name="图片 216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470" y="8762"/>
                <a:ext cx="1420" cy="933"/>
              </a:xfrm>
              <a:prstGeom prst="rect">
                <a:avLst/>
              </a:prstGeom>
            </p:spPr>
          </p:pic>
          <p:pic>
            <p:nvPicPr>
              <p:cNvPr id="210" name="图片 209"/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539" y="8710"/>
                <a:ext cx="1414" cy="933"/>
              </a:xfrm>
              <a:prstGeom prst="rect">
                <a:avLst/>
              </a:prstGeom>
            </p:spPr>
          </p:pic>
          <p:pic>
            <p:nvPicPr>
              <p:cNvPr id="215" name="图片 214"/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609" y="8628"/>
                <a:ext cx="1414" cy="932"/>
              </a:xfrm>
              <a:prstGeom prst="rect">
                <a:avLst/>
              </a:prstGeom>
            </p:spPr>
          </p:pic>
        </p:grpSp>
        <p:sp>
          <p:nvSpPr>
            <p:cNvPr id="218" name="文本框 217"/>
            <p:cNvSpPr txBox="1"/>
            <p:nvPr/>
          </p:nvSpPr>
          <p:spPr>
            <a:xfrm>
              <a:off x="10806" y="8536"/>
              <a:ext cx="44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Noisy initial responses</a:t>
              </a:r>
              <a:endParaRPr lang="en-US" altLang="zh-CN" b="1"/>
            </a:p>
          </p:txBody>
        </p:sp>
        <p:sp>
          <p:nvSpPr>
            <p:cNvPr id="226" name="矩形 225"/>
            <p:cNvSpPr/>
            <p:nvPr>
              <p:custDataLst>
                <p:tags r:id="rId63"/>
              </p:custDataLst>
            </p:nvPr>
          </p:nvSpPr>
          <p:spPr>
            <a:xfrm>
              <a:off x="10868" y="8489"/>
              <a:ext cx="2940" cy="182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31" name="直接箭头连接符 230"/>
          <p:cNvCxnSpPr>
            <a:endCxn id="136" idx="5"/>
          </p:cNvCxnSpPr>
          <p:nvPr/>
        </p:nvCxnSpPr>
        <p:spPr>
          <a:xfrm flipH="1" flipV="1">
            <a:off x="5865495" y="5818505"/>
            <a:ext cx="1368425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圆角矩形 292"/>
          <p:cNvSpPr/>
          <p:nvPr/>
        </p:nvSpPr>
        <p:spPr>
          <a:xfrm>
            <a:off x="11590655" y="-3159760"/>
            <a:ext cx="14886305" cy="10656570"/>
          </a:xfrm>
          <a:prstGeom prst="roundRect">
            <a:avLst>
              <a:gd name="adj" fmla="val 9849"/>
            </a:avLst>
          </a:prstGeom>
          <a:solidFill>
            <a:schemeClr val="bg1"/>
          </a:solidFill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129" name="组合 128"/>
          <p:cNvGrpSpPr/>
          <p:nvPr/>
        </p:nvGrpSpPr>
        <p:grpSpPr>
          <a:xfrm>
            <a:off x="-4064000" y="-2664460"/>
            <a:ext cx="14169390" cy="9364345"/>
            <a:chOff x="-6400" y="-4196"/>
            <a:chExt cx="22314" cy="14747"/>
          </a:xfrm>
        </p:grpSpPr>
        <p:sp>
          <p:nvSpPr>
            <p:cNvPr id="14" name="圆角矩形 13"/>
            <p:cNvSpPr/>
            <p:nvPr/>
          </p:nvSpPr>
          <p:spPr>
            <a:xfrm>
              <a:off x="-6400" y="-4196"/>
              <a:ext cx="16699" cy="9271"/>
            </a:xfrm>
            <a:prstGeom prst="roundRect">
              <a:avLst>
                <a:gd name="adj" fmla="val 3893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pic>
          <p:nvPicPr>
            <p:cNvPr id="67" name="图片 66"/>
            <p:cNvPicPr/>
            <p:nvPr/>
          </p:nvPicPr>
          <p:blipFill>
            <a:blip r:embed="rId10">
              <a:alphaModFix amt="80000"/>
            </a:blip>
            <a:srcRect l="6471" t="-1544" r="6552" b="1544"/>
            <a:stretch>
              <a:fillRect/>
            </a:stretch>
          </p:blipFill>
          <p:spPr>
            <a:xfrm>
              <a:off x="11084" y="1099"/>
              <a:ext cx="3226" cy="2072"/>
            </a:xfrm>
            <a:prstGeom prst="rect">
              <a:avLst/>
            </a:prstGeom>
          </p:spPr>
        </p:pic>
        <p:pic>
          <p:nvPicPr>
            <p:cNvPr id="68" name="图片 67"/>
            <p:cNvPicPr/>
            <p:nvPr/>
          </p:nvPicPr>
          <p:blipFill>
            <a:blip r:embed="rId11"/>
            <a:srcRect t="8111" b="8556"/>
            <a:stretch>
              <a:fillRect/>
            </a:stretch>
          </p:blipFill>
          <p:spPr>
            <a:xfrm>
              <a:off x="11140" y="1026"/>
              <a:ext cx="3170" cy="2073"/>
            </a:xfrm>
            <a:prstGeom prst="rect">
              <a:avLst/>
            </a:prstGeom>
          </p:spPr>
        </p:pic>
        <p:pic>
          <p:nvPicPr>
            <p:cNvPr id="26" name="图片 25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-5903" y="-53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-5903" y="-2728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4"/>
              </p:custDataLst>
            </p:nvPr>
          </p:nvSpPr>
          <p:spPr>
            <a:xfrm rot="16200000">
              <a:off x="-2802" y="-3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5"/>
              </p:custDataLst>
            </p:nvPr>
          </p:nvSpPr>
          <p:spPr>
            <a:xfrm>
              <a:off x="-2266" y="189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6"/>
              </p:custDataLst>
            </p:nvPr>
          </p:nvSpPr>
          <p:spPr>
            <a:xfrm rot="5400000">
              <a:off x="-5041" y="1971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7"/>
              </p:custDataLst>
            </p:nvPr>
          </p:nvSpPr>
          <p:spPr>
            <a:xfrm>
              <a:off x="-6084" y="-2880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8"/>
              </p:custDataLst>
            </p:nvPr>
          </p:nvCxnSpPr>
          <p:spPr>
            <a:xfrm flipV="1">
              <a:off x="-2731" y="626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9"/>
              </p:custDataLst>
            </p:nvPr>
          </p:nvSpPr>
          <p:spPr>
            <a:xfrm rot="16200000">
              <a:off x="1657" y="-648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20">
              <a:alphaModFix amt="60000"/>
            </a:blip>
            <a:stretch>
              <a:fillRect/>
            </a:stretch>
          </p:blipFill>
          <p:spPr>
            <a:xfrm>
              <a:off x="2069" y="-108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-1182" y="1461"/>
                  <a:ext cx="2832" cy="1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-1182" y="1461"/>
                  <a:ext cx="2832" cy="1189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4"/>
              </p:custDataLst>
            </p:nvPr>
          </p:nvSpPr>
          <p:spPr>
            <a:xfrm>
              <a:off x="1505" y="-1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5"/>
              </p:custDataLst>
            </p:nvPr>
          </p:nvCxnSpPr>
          <p:spPr>
            <a:xfrm flipV="1">
              <a:off x="-880" y="625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6"/>
              </p:custDataLst>
            </p:nvPr>
          </p:nvCxnSpPr>
          <p:spPr>
            <a:xfrm>
              <a:off x="1185" y="629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7"/>
              </p:custDataLst>
            </p:nvPr>
          </p:nvSpPr>
          <p:spPr>
            <a:xfrm>
              <a:off x="4771" y="-3278"/>
              <a:ext cx="2453" cy="4969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8"/>
              </p:custDataLst>
            </p:nvPr>
          </p:nvCxnSpPr>
          <p:spPr>
            <a:xfrm>
              <a:off x="4203" y="625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8677" y="-129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4348" y="-4982"/>
              <a:ext cx="1138" cy="8979"/>
            </a:xfrm>
            <a:prstGeom prst="bentConnector3">
              <a:avLst>
                <a:gd name="adj1" fmla="val 348637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7224" y="-793"/>
              <a:ext cx="1633" cy="2584"/>
            </a:xfrm>
            <a:prstGeom prst="bentConnector3">
              <a:avLst>
                <a:gd name="adj1" fmla="val 5003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 rot="0">
              <a:off x="9147" y="-106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8651" y="273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1" y="273"/>
                  <a:ext cx="3183" cy="1016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8579" y="2689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79" y="2689"/>
                  <a:ext cx="2042" cy="1452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-5609" y="-3463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 rot="0">
              <a:off x="-347" y="-159"/>
              <a:ext cx="1548" cy="1605"/>
              <a:chOff x="6022" y="2993"/>
              <a:chExt cx="1548" cy="1605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4401" y="-3553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 rot="0">
              <a:off x="8857" y="1460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-5902" y="2122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4831" y="-3230"/>
              <a:ext cx="2345" cy="1545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4832" y="-1647"/>
              <a:ext cx="2344" cy="1546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4823" y="113"/>
              <a:ext cx="2353" cy="1547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5"/>
              </p:custDataLst>
            </p:nvPr>
          </p:nvSpPr>
          <p:spPr>
            <a:xfrm>
              <a:off x="5653" y="-500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223" name="圆角矩形 222"/>
            <p:cNvSpPr/>
            <p:nvPr/>
          </p:nvSpPr>
          <p:spPr>
            <a:xfrm>
              <a:off x="930" y="3171"/>
              <a:ext cx="7603" cy="1735"/>
            </a:xfrm>
            <a:prstGeom prst="roundRect">
              <a:avLst>
                <a:gd name="adj" fmla="val 749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44" name="文本框 243"/>
            <p:cNvSpPr txBox="1"/>
            <p:nvPr>
              <p:custDataLst>
                <p:tags r:id="rId36"/>
              </p:custDataLst>
            </p:nvPr>
          </p:nvSpPr>
          <p:spPr>
            <a:xfrm>
              <a:off x="-5257" y="8166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0495" y="-4196"/>
              <a:ext cx="4762" cy="14747"/>
            </a:xfrm>
            <a:prstGeom prst="roundRect">
              <a:avLst>
                <a:gd name="adj" fmla="val 552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145" y="-3858"/>
              <a:ext cx="13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ACRE</a:t>
              </a:r>
              <a:endParaRPr lang="en-US" altLang="zh-CN" b="1"/>
            </a:p>
          </p:txBody>
        </p:sp>
        <p:grpSp>
          <p:nvGrpSpPr>
            <p:cNvPr id="165" name="组合 164"/>
            <p:cNvGrpSpPr/>
            <p:nvPr/>
          </p:nvGrpSpPr>
          <p:grpSpPr>
            <a:xfrm>
              <a:off x="11665" y="-2096"/>
              <a:ext cx="1793" cy="834"/>
              <a:chOff x="7764" y="4730"/>
              <a:chExt cx="1793" cy="834"/>
            </a:xfrm>
          </p:grpSpPr>
          <p:pic>
            <p:nvPicPr>
              <p:cNvPr id="153" name="图片 152"/>
              <p:cNvPicPr/>
              <p:nvPr/>
            </p:nvPicPr>
            <p:blipFill>
              <a:blip r:embed="rId37"/>
              <a:srcRect l="38871" t="36827" r="51912" b="55558"/>
              <a:stretch>
                <a:fillRect/>
              </a:stretch>
            </p:blipFill>
            <p:spPr>
              <a:xfrm>
                <a:off x="7764" y="4730"/>
                <a:ext cx="1793" cy="834"/>
              </a:xfrm>
              <a:prstGeom prst="rect">
                <a:avLst/>
              </a:prstGeom>
            </p:spPr>
          </p:pic>
          <p:cxnSp>
            <p:nvCxnSpPr>
              <p:cNvPr id="154" name="直接连接符 153"/>
              <p:cNvCxnSpPr/>
              <p:nvPr/>
            </p:nvCxnSpPr>
            <p:spPr>
              <a:xfrm flipV="1">
                <a:off x="8076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flipV="1">
                <a:off x="8314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flipV="1">
                <a:off x="8573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flipV="1">
                <a:off x="8840" y="4764"/>
                <a:ext cx="382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flipH="1">
                <a:off x="9294" y="4984"/>
                <a:ext cx="1" cy="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>
                <a:off x="8072" y="4872"/>
                <a:ext cx="1203" cy="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>
                <a:off x="7782" y="5298"/>
                <a:ext cx="1353" cy="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V="1">
                <a:off x="9135" y="5001"/>
                <a:ext cx="390" cy="2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flipV="1">
                <a:off x="8072" y="5270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V="1">
                <a:off x="8336" y="5273"/>
                <a:ext cx="386" cy="256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flipV="1">
                <a:off x="8582" y="5264"/>
                <a:ext cx="404" cy="268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6" name="文本框 165"/>
            <p:cNvSpPr txBox="1"/>
            <p:nvPr/>
          </p:nvSpPr>
          <p:spPr>
            <a:xfrm>
              <a:off x="11404" y="-2570"/>
              <a:ext cx="451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prototype pooling</a:t>
              </a:r>
              <a:endParaRPr lang="en-US" altLang="zh-CN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立方体 166"/>
                <p:cNvSpPr/>
                <p:nvPr/>
              </p:nvSpPr>
              <p:spPr>
                <a:xfrm>
                  <a:off x="12103" y="-874"/>
                  <a:ext cx="720" cy="720"/>
                </a:xfrm>
                <a:prstGeom prst="cube">
                  <a:avLst/>
                </a:prstGeom>
                <a:solidFill>
                  <a:srgbClr val="9DC3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𝐏</m:t>
                        </m:r>
                      </m:oMath>
                    </m:oMathPara>
                  </a14:m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7" name="立方体 1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03" y="-874"/>
                  <a:ext cx="720" cy="720"/>
                </a:xfrm>
                <a:prstGeom prst="cube">
                  <a:avLst/>
                </a:prstGeom>
                <a:blipFill rotWithShape="1">
                  <a:blip r:embed="rId38"/>
                </a:blip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肘形连接符 167"/>
            <p:cNvCxnSpPr/>
            <p:nvPr/>
          </p:nvCxnSpPr>
          <p:spPr>
            <a:xfrm flipV="1">
              <a:off x="9659" y="-1679"/>
              <a:ext cx="2006" cy="1279"/>
            </a:xfrm>
            <a:prstGeom prst="bentConnector3">
              <a:avLst>
                <a:gd name="adj1" fmla="val 3803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/>
            <p:nvPr/>
          </p:nvCxnSpPr>
          <p:spPr>
            <a:xfrm>
              <a:off x="12403" y="-1265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0" name="肘形连接符 169"/>
            <p:cNvCxnSpPr/>
            <p:nvPr/>
          </p:nvCxnSpPr>
          <p:spPr>
            <a:xfrm flipV="1">
              <a:off x="9942" y="-1679"/>
              <a:ext cx="1723" cy="3701"/>
            </a:xfrm>
            <a:prstGeom prst="bentConnector3">
              <a:avLst>
                <a:gd name="adj1" fmla="val 50029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2" name="椭圆 171"/>
            <p:cNvSpPr/>
            <p:nvPr/>
          </p:nvSpPr>
          <p:spPr>
            <a:xfrm>
              <a:off x="12159" y="237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A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cxnSp>
          <p:nvCxnSpPr>
            <p:cNvPr id="173" name="直接箭头连接符 172"/>
            <p:cNvCxnSpPr/>
            <p:nvPr/>
          </p:nvCxnSpPr>
          <p:spPr>
            <a:xfrm>
              <a:off x="12395" y="-159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12406" y="738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V="1">
              <a:off x="11939" y="-1926"/>
              <a:ext cx="0" cy="48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 flipV="1">
              <a:off x="11945" y="-1667"/>
              <a:ext cx="1245" cy="9"/>
            </a:xfrm>
            <a:prstGeom prst="line">
              <a:avLst/>
            </a:prstGeom>
            <a:ln>
              <a:solidFill>
                <a:schemeClr val="tx1">
                  <a:alpha val="18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11982" y="-1805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12220" y="-1787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12491" y="-1787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12741" y="-1787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11745" y="-1805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9" name="组合 48"/>
            <p:cNvGrpSpPr/>
            <p:nvPr/>
          </p:nvGrpSpPr>
          <p:grpSpPr>
            <a:xfrm>
              <a:off x="12107" y="3551"/>
              <a:ext cx="532" cy="1033"/>
              <a:chOff x="12257" y="3499"/>
              <a:chExt cx="532" cy="968"/>
            </a:xfrm>
          </p:grpSpPr>
          <p:grpSp>
            <p:nvGrpSpPr>
              <p:cNvPr id="177" name="组合 176"/>
              <p:cNvGrpSpPr/>
              <p:nvPr/>
            </p:nvGrpSpPr>
            <p:grpSpPr>
              <a:xfrm>
                <a:off x="12257" y="3499"/>
                <a:ext cx="532" cy="557"/>
                <a:chOff x="6825" y="5476"/>
                <a:chExt cx="532" cy="557"/>
              </a:xfrm>
            </p:grpSpPr>
            <p:sp>
              <p:nvSpPr>
                <p:cNvPr id="174" name="椭圆 173"/>
                <p:cNvSpPr/>
                <p:nvPr/>
              </p:nvSpPr>
              <p:spPr>
                <a:xfrm>
                  <a:off x="6863" y="5532"/>
                  <a:ext cx="494" cy="5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6" name="文本框 175"/>
                    <p:cNvSpPr txBox="1"/>
                    <p:nvPr/>
                  </p:nvSpPr>
                  <p:spPr>
                    <a:xfrm>
                      <a:off x="6825" y="5476"/>
                      <a:ext cx="312" cy="5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𝝎</m:t>
                            </m:r>
                          </m:oMath>
                        </m:oMathPara>
                      </a14:m>
                      <a:endParaRPr lang="zh-CN" altLang="en-US" b="1"/>
                    </a:p>
                  </p:txBody>
                </p:sp>
              </mc:Choice>
              <mc:Fallback>
                <p:sp>
                  <p:nvSpPr>
                    <p:cNvPr id="176" name="文本框 17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25" y="5476"/>
                      <a:ext cx="312" cy="543"/>
                    </a:xfrm>
                    <a:prstGeom prst="rect">
                      <a:avLst/>
                    </a:prstGeom>
                    <a:blipFill rotWithShape="1">
                      <a:blip r:embed="rId39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2" name="直接箭头连接符 61"/>
              <p:cNvCxnSpPr/>
              <p:nvPr/>
            </p:nvCxnSpPr>
            <p:spPr>
              <a:xfrm>
                <a:off x="12534" y="4066"/>
                <a:ext cx="4" cy="401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63" name="肘形连接符 62"/>
            <p:cNvCxnSpPr/>
            <p:nvPr/>
          </p:nvCxnSpPr>
          <p:spPr>
            <a:xfrm flipV="1">
              <a:off x="13455" y="-1679"/>
              <a:ext cx="5" cy="7812"/>
            </a:xfrm>
            <a:prstGeom prst="bentConnector3">
              <a:avLst>
                <a:gd name="adj1" fmla="val 2380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 rot="5400000">
              <a:off x="13026" y="1047"/>
              <a:ext cx="37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Iterative refinement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907" y="-3847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Noisy initial responses</a:t>
              </a:r>
              <a:endParaRPr lang="en-US" altLang="zh-CN" b="1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-1489" y="5296"/>
              <a:ext cx="11107" cy="4752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407" y="5400"/>
              <a:ext cx="38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Soft-RPF</a:t>
              </a:r>
              <a:endParaRPr lang="en-US" altLang="zh-CN" b="1"/>
            </a:p>
          </p:txBody>
        </p:sp>
        <p:grpSp>
          <p:nvGrpSpPr>
            <p:cNvPr id="248" name="组合 247"/>
            <p:cNvGrpSpPr/>
            <p:nvPr/>
          </p:nvGrpSpPr>
          <p:grpSpPr>
            <a:xfrm>
              <a:off x="9622" y="4631"/>
              <a:ext cx="782" cy="3959"/>
              <a:chOff x="9622" y="4617"/>
              <a:chExt cx="782" cy="3959"/>
            </a:xfrm>
          </p:grpSpPr>
          <p:sp>
            <p:nvSpPr>
              <p:cNvPr id="138" name="流程图: 决策 137"/>
              <p:cNvSpPr/>
              <p:nvPr/>
            </p:nvSpPr>
            <p:spPr>
              <a:xfrm rot="5400000">
                <a:off x="9112" y="6239"/>
                <a:ext cx="1801" cy="782"/>
              </a:xfrm>
              <a:prstGeom prst="flowChartDecision">
                <a:avLst/>
              </a:prstGeom>
              <a:no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3" name="文本框 142"/>
                  <p:cNvSpPr txBox="1"/>
                  <p:nvPr/>
                </p:nvSpPr>
                <p:spPr>
                  <a:xfrm rot="5400000">
                    <a:off x="8054" y="6355"/>
                    <a:ext cx="39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𝑠𝑐𝑜𝑟𝑒</m:t>
                          </m:r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43" name="文本框 1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8054" y="6355"/>
                    <a:ext cx="3959" cy="483"/>
                  </a:xfrm>
                  <a:prstGeom prst="rect">
                    <a:avLst/>
                  </a:prstGeom>
                  <a:blipFill rotWithShape="1">
                    <a:blip r:embed="rId4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本框 147"/>
                <p:cNvSpPr txBox="1"/>
                <p:nvPr/>
              </p:nvSpPr>
              <p:spPr>
                <a:xfrm>
                  <a:off x="8558" y="5945"/>
                  <a:ext cx="916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ℎ𝑎𝑟𝑑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8" name="文本框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58" y="5945"/>
                  <a:ext cx="916" cy="483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/>
            <p:cNvGrpSpPr/>
            <p:nvPr/>
          </p:nvGrpSpPr>
          <p:grpSpPr>
            <a:xfrm>
              <a:off x="11090" y="767"/>
              <a:ext cx="3317" cy="2433"/>
              <a:chOff x="15175" y="6411"/>
              <a:chExt cx="3317" cy="2433"/>
            </a:xfrm>
          </p:grpSpPr>
          <p:pic>
            <p:nvPicPr>
              <p:cNvPr id="24" name="图片 23"/>
              <p:cNvPicPr/>
              <p:nvPr/>
            </p:nvPicPr>
            <p:blipFill>
              <a:blip r:embed="rId11"/>
              <a:srcRect t="8111" b="8556"/>
              <a:stretch>
                <a:fillRect/>
              </a:stretch>
            </p:blipFill>
            <p:spPr>
              <a:xfrm>
                <a:off x="15231" y="6699"/>
                <a:ext cx="3170" cy="2073"/>
              </a:xfrm>
              <a:prstGeom prst="rect">
                <a:avLst/>
              </a:prstGeom>
            </p:spPr>
          </p:pic>
          <p:cxnSp>
            <p:nvCxnSpPr>
              <p:cNvPr id="36" name="直接连接符 35"/>
              <p:cNvCxnSpPr/>
              <p:nvPr/>
            </p:nvCxnSpPr>
            <p:spPr>
              <a:xfrm>
                <a:off x="16497" y="6411"/>
                <a:ext cx="3" cy="243"/>
              </a:xfrm>
              <a:prstGeom prst="line">
                <a:avLst/>
              </a:prstGeom>
              <a:ln w="28575" cmpd="sng">
                <a:solidFill>
                  <a:srgbClr val="325395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7" name="图片 36"/>
              <p:cNvPicPr/>
              <p:nvPr/>
            </p:nvPicPr>
            <p:blipFill>
              <a:blip r:embed="rId42">
                <a:alphaModFix amt="80000"/>
              </a:blip>
              <a:stretch>
                <a:fillRect/>
              </a:stretch>
            </p:blipFill>
            <p:spPr>
              <a:xfrm>
                <a:off x="15322" y="6654"/>
                <a:ext cx="3170" cy="2092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/>
              <p:nvPr/>
            </p:nvPicPr>
            <p:blipFill>
              <a:blip r:embed="rId10">
                <a:alphaModFix amt="21000"/>
              </a:blip>
              <a:srcRect l="6471" t="-1544" r="6552" b="1544"/>
              <a:stretch>
                <a:fillRect/>
              </a:stretch>
            </p:blipFill>
            <p:spPr>
              <a:xfrm>
                <a:off x="15175" y="6772"/>
                <a:ext cx="3226" cy="2072"/>
              </a:xfrm>
              <a:prstGeom prst="rect">
                <a:avLst/>
              </a:prstGeom>
            </p:spPr>
          </p:pic>
        </p:grpSp>
        <p:sp>
          <p:nvSpPr>
            <p:cNvPr id="130" name="椭圆 129"/>
            <p:cNvSpPr/>
            <p:nvPr/>
          </p:nvSpPr>
          <p:spPr>
            <a:xfrm rot="18900000">
              <a:off x="8941" y="6481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88" name="组合 187"/>
            <p:cNvGrpSpPr/>
            <p:nvPr/>
          </p:nvGrpSpPr>
          <p:grpSpPr>
            <a:xfrm rot="18900000">
              <a:off x="6508" y="7601"/>
              <a:ext cx="550" cy="550"/>
              <a:chOff x="7252" y="7856"/>
              <a:chExt cx="550" cy="550"/>
            </a:xfrm>
          </p:grpSpPr>
          <p:sp>
            <p:nvSpPr>
              <p:cNvPr id="189" name="椭圆 188"/>
              <p:cNvSpPr/>
              <p:nvPr/>
            </p:nvSpPr>
            <p:spPr>
              <a:xfrm rot="18900000">
                <a:off x="7252" y="7856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90" name="组合 189"/>
              <p:cNvGrpSpPr/>
              <p:nvPr/>
            </p:nvGrpSpPr>
            <p:grpSpPr>
              <a:xfrm>
                <a:off x="7333" y="7937"/>
                <a:ext cx="388" cy="388"/>
                <a:chOff x="7333" y="7937"/>
                <a:chExt cx="388" cy="388"/>
              </a:xfrm>
            </p:grpSpPr>
            <p:cxnSp>
              <p:nvCxnSpPr>
                <p:cNvPr id="191" name="直接连接符 190"/>
                <p:cNvCxnSpPr>
                  <a:stCxn id="189" idx="0"/>
                  <a:endCxn id="189" idx="4"/>
                </p:cNvCxnSpPr>
                <p:nvPr/>
              </p:nvCxnSpPr>
              <p:spPr>
                <a:xfrm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/>
              </p:nvCxnSpPr>
              <p:spPr>
                <a:xfrm flipV="1"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5537" y="7346"/>
                  <a:ext cx="828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𝑚𝑖𝑥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7" y="7346"/>
                  <a:ext cx="828" cy="580"/>
                </a:xfrm>
                <a:prstGeom prst="rect">
                  <a:avLst/>
                </a:prstGeom>
                <a:blipFill rotWithShape="1">
                  <a:blip r:embed="rId4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圆角矩形 195"/>
            <p:cNvSpPr/>
            <p:nvPr/>
          </p:nvSpPr>
          <p:spPr>
            <a:xfrm>
              <a:off x="7496" y="6586"/>
              <a:ext cx="576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8" name="直接连接符 197"/>
            <p:cNvCxnSpPr/>
            <p:nvPr/>
          </p:nvCxnSpPr>
          <p:spPr>
            <a:xfrm flipV="1">
              <a:off x="7617" y="8363"/>
              <a:ext cx="611" cy="1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9" name="文本框 198"/>
            <p:cNvSpPr txBox="1"/>
            <p:nvPr/>
          </p:nvSpPr>
          <p:spPr>
            <a:xfrm rot="5400000">
              <a:off x="7297" y="7314"/>
              <a:ext cx="1157" cy="5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hard</a:t>
              </a:r>
              <a:endParaRPr lang="en-US" altLang="zh-CN"/>
            </a:p>
          </p:txBody>
        </p:sp>
        <p:sp>
          <p:nvSpPr>
            <p:cNvPr id="200" name="文本框 199"/>
            <p:cNvSpPr txBox="1"/>
            <p:nvPr/>
          </p:nvSpPr>
          <p:spPr>
            <a:xfrm rot="5400000">
              <a:off x="7231" y="8652"/>
              <a:ext cx="123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soft</a:t>
              </a:r>
              <a:endParaRPr lang="en-US" altLang="zh-CN"/>
            </a:p>
          </p:txBody>
        </p:sp>
        <p:cxnSp>
          <p:nvCxnSpPr>
            <p:cNvPr id="201" name="直接连接符 200"/>
            <p:cNvCxnSpPr/>
            <p:nvPr/>
          </p:nvCxnSpPr>
          <p:spPr>
            <a:xfrm>
              <a:off x="7989" y="9165"/>
              <a:ext cx="232" cy="0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7989" y="6586"/>
              <a:ext cx="232" cy="0"/>
            </a:xfrm>
            <a:prstGeom prst="line">
              <a:avLst/>
            </a:prstGeom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文本框 205"/>
                <p:cNvSpPr txBox="1"/>
                <p:nvPr/>
              </p:nvSpPr>
              <p:spPr>
                <a:xfrm>
                  <a:off x="8106" y="8900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=0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6" name="文本框 2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06" y="8900"/>
                  <a:ext cx="1193" cy="531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7" name="文本框 206"/>
                <p:cNvSpPr txBox="1"/>
                <p:nvPr/>
              </p:nvSpPr>
              <p:spPr>
                <a:xfrm>
                  <a:off x="8064" y="6378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=1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7" name="文本框 2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4" y="6378"/>
                  <a:ext cx="1193" cy="531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椭圆 135"/>
            <p:cNvSpPr/>
            <p:nvPr/>
          </p:nvSpPr>
          <p:spPr>
            <a:xfrm rot="18900000">
              <a:off x="8941" y="9015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9530" y="8712"/>
                  <a:ext cx="916" cy="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𝑠𝑜𝑓𝑡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0" y="8712"/>
                  <a:ext cx="916" cy="464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肘形连接符 140"/>
            <p:cNvCxnSpPr/>
            <p:nvPr/>
          </p:nvCxnSpPr>
          <p:spPr>
            <a:xfrm rot="10800000" flipV="1">
              <a:off x="6783" y="6941"/>
              <a:ext cx="814" cy="659"/>
            </a:xfrm>
            <a:prstGeom prst="bent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肘形连接符 180"/>
            <p:cNvCxnSpPr/>
            <p:nvPr/>
          </p:nvCxnSpPr>
          <p:spPr>
            <a:xfrm rot="10800000">
              <a:off x="6783" y="8150"/>
              <a:ext cx="782" cy="655"/>
            </a:xfrm>
            <a:prstGeom prst="bent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组合 149"/>
            <p:cNvGrpSpPr/>
            <p:nvPr/>
          </p:nvGrpSpPr>
          <p:grpSpPr>
            <a:xfrm>
              <a:off x="4598" y="6586"/>
              <a:ext cx="988" cy="2948"/>
              <a:chOff x="4358" y="6586"/>
              <a:chExt cx="988" cy="2948"/>
            </a:xfrm>
          </p:grpSpPr>
          <p:sp>
            <p:nvSpPr>
              <p:cNvPr id="203" name="圆角矩形 202"/>
              <p:cNvSpPr/>
              <p:nvPr/>
            </p:nvSpPr>
            <p:spPr>
              <a:xfrm>
                <a:off x="4549" y="6586"/>
                <a:ext cx="797" cy="2580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 rot="5400000">
                <a:off x="3561" y="7749"/>
                <a:ext cx="2582" cy="9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80000"/>
                  </a:lnSpc>
                </a:pPr>
                <a:r>
                  <a:rPr lang="en-US" altLang="zh-CN"/>
                  <a:t>Feedback         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Fusion</a:t>
                </a:r>
                <a:endParaRPr lang="en-US" altLang="zh-CN"/>
              </a:p>
            </p:txBody>
          </p:sp>
        </p:grpSp>
        <p:cxnSp>
          <p:nvCxnSpPr>
            <p:cNvPr id="69" name="直接箭头连接符 68"/>
            <p:cNvCxnSpPr/>
            <p:nvPr/>
          </p:nvCxnSpPr>
          <p:spPr>
            <a:xfrm flipH="1">
              <a:off x="12392" y="3203"/>
              <a:ext cx="3" cy="37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138" idx="2"/>
            </p:cNvCxnSpPr>
            <p:nvPr/>
          </p:nvCxnSpPr>
          <p:spPr>
            <a:xfrm flipH="1">
              <a:off x="9258" y="6645"/>
              <a:ext cx="364" cy="6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肘形连接符 130"/>
            <p:cNvCxnSpPr/>
            <p:nvPr/>
          </p:nvCxnSpPr>
          <p:spPr>
            <a:xfrm rot="10800000">
              <a:off x="10401" y="6640"/>
              <a:ext cx="2235" cy="1002"/>
            </a:xfrm>
            <a:prstGeom prst="bentConnector3">
              <a:avLst>
                <a:gd name="adj1" fmla="val 72214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770" y="6544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0" y="6544"/>
                  <a:ext cx="782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874" y="7600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/>
            <p:nvPr/>
          </p:nvCxnSpPr>
          <p:spPr>
            <a:xfrm flipH="1">
              <a:off x="4149" y="7021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435" y="7879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485" y="7881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4" name="直接箭头连接符 223"/>
            <p:cNvCxnSpPr>
              <a:stCxn id="232" idx="2"/>
            </p:cNvCxnSpPr>
            <p:nvPr/>
          </p:nvCxnSpPr>
          <p:spPr>
            <a:xfrm flipH="1">
              <a:off x="5946" y="1679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/>
            <p:nvPr/>
          </p:nvCxnSpPr>
          <p:spPr>
            <a:xfrm flipH="1">
              <a:off x="5599" y="7872"/>
              <a:ext cx="886" cy="3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/>
          </p:nvCxnSpPr>
          <p:spPr>
            <a:xfrm flipH="1" flipV="1">
              <a:off x="455" y="7882"/>
              <a:ext cx="358" cy="7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7" name="组合 46"/>
            <p:cNvGrpSpPr/>
            <p:nvPr/>
          </p:nvGrpSpPr>
          <p:grpSpPr>
            <a:xfrm>
              <a:off x="-1284" y="7108"/>
              <a:ext cx="1718" cy="1906"/>
              <a:chOff x="528" y="6900"/>
              <a:chExt cx="1718" cy="1906"/>
            </a:xfrm>
          </p:grpSpPr>
          <p:grpSp>
            <p:nvGrpSpPr>
              <p:cNvPr id="214" name="组合 213"/>
              <p:cNvGrpSpPr/>
              <p:nvPr/>
            </p:nvGrpSpPr>
            <p:grpSpPr>
              <a:xfrm>
                <a:off x="666" y="6978"/>
                <a:ext cx="1581" cy="1828"/>
                <a:chOff x="665" y="7503"/>
                <a:chExt cx="1581" cy="1264"/>
              </a:xfrm>
            </p:grpSpPr>
            <p:sp>
              <p:nvSpPr>
                <p:cNvPr id="211" name="圆角矩形 210"/>
                <p:cNvSpPr/>
                <p:nvPr/>
              </p:nvSpPr>
              <p:spPr>
                <a:xfrm>
                  <a:off x="665" y="7503"/>
                  <a:ext cx="1581" cy="968"/>
                </a:xfrm>
                <a:prstGeom prst="roundRect">
                  <a:avLst/>
                </a:prstGeom>
                <a:solidFill>
                  <a:srgbClr val="C9E6BD"/>
                </a:solidFill>
                <a:ln w="28575" cmpd="sng">
                  <a:solidFill>
                    <a:srgbClr val="1B7B3C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3" name="文本框 212"/>
                <p:cNvSpPr txBox="1"/>
                <p:nvPr/>
              </p:nvSpPr>
              <p:spPr>
                <a:xfrm>
                  <a:off x="733" y="7751"/>
                  <a:ext cx="151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/>
                    <a:t>purified</a:t>
                  </a:r>
                  <a:endParaRPr lang="en-US" altLang="zh-CN"/>
                </a:p>
                <a:p>
                  <a:r>
                    <a:rPr lang="en-US" altLang="zh-CN"/>
                    <a:t>support</a:t>
                  </a:r>
                  <a:endParaRPr lang="en-US" altLang="zh-CN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" name="文本框 211"/>
                  <p:cNvSpPr txBox="1"/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       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12" name="文本框 2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blipFill rotWithShape="1">
                    <a:blip r:embed="rId4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33" name="图片 132" descr="c32b408fb985c049bf0a5cbf1e313936"/>
            <p:cNvPicPr>
              <a:picLocks noChangeAspect="1"/>
            </p:cNvPicPr>
            <p:nvPr/>
          </p:nvPicPr>
          <p:blipFill>
            <a:blip r:embed="rId49"/>
            <a:srcRect r="7816"/>
            <a:stretch>
              <a:fillRect/>
            </a:stretch>
          </p:blipFill>
          <p:spPr>
            <a:xfrm>
              <a:off x="577" y="5744"/>
              <a:ext cx="2986" cy="4009"/>
            </a:xfrm>
            <a:prstGeom prst="rect">
              <a:avLst/>
            </a:prstGeom>
          </p:spPr>
        </p:pic>
        <p:sp>
          <p:nvSpPr>
            <p:cNvPr id="135" name="文本框 134"/>
            <p:cNvSpPr txBox="1"/>
            <p:nvPr/>
          </p:nvSpPr>
          <p:spPr>
            <a:xfrm>
              <a:off x="10379" y="-2178"/>
              <a:ext cx="25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safe init</a:t>
              </a:r>
              <a:endParaRPr lang="en-US" altLang="zh-CN" sz="1600"/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11065" y="4583"/>
              <a:ext cx="3245" cy="933"/>
            </a:xfrm>
            <a:prstGeom prst="roundRect">
              <a:avLst/>
            </a:prstGeom>
            <a:solidFill>
              <a:srgbClr val="F8CDAC"/>
            </a:solidFill>
            <a:ln w="28575" cmpd="sng">
              <a:solidFill>
                <a:srgbClr val="BF612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RTG-TopK</a:t>
              </a:r>
              <a:endParaRPr lang="en-US" altLang="zh-CN" b="1">
                <a:solidFill>
                  <a:schemeClr val="tx1"/>
                </a:solidFill>
              </a:endParaRPr>
            </a:p>
            <a:p>
              <a:pPr algn="ctr"/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146" name="直接箭头连接符 145"/>
            <p:cNvCxnSpPr/>
            <p:nvPr/>
          </p:nvCxnSpPr>
          <p:spPr>
            <a:xfrm flipH="1">
              <a:off x="11599" y="4080"/>
              <a:ext cx="10" cy="49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文本框 146"/>
                <p:cNvSpPr txBox="1"/>
                <p:nvPr/>
              </p:nvSpPr>
              <p:spPr>
                <a:xfrm>
                  <a:off x="11085" y="3586"/>
                  <a:ext cx="105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47" name="文本框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5" y="3586"/>
                  <a:ext cx="1054" cy="580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0" name="直接箭头连接符 289"/>
            <p:cNvCxnSpPr/>
            <p:nvPr/>
          </p:nvCxnSpPr>
          <p:spPr>
            <a:xfrm>
              <a:off x="13449" y="5524"/>
              <a:ext cx="1" cy="1566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1" name="文本框 290"/>
                <p:cNvSpPr txBox="1"/>
                <p:nvPr/>
              </p:nvSpPr>
              <p:spPr>
                <a:xfrm>
                  <a:off x="13391" y="-1647"/>
                  <a:ext cx="1329" cy="6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𝒇𝒊𝒏𝒂𝒍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291" name="文本框 2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91" y="-1647"/>
                  <a:ext cx="1329" cy="603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文本框 294"/>
            <p:cNvSpPr txBox="1"/>
            <p:nvPr/>
          </p:nvSpPr>
          <p:spPr>
            <a:xfrm>
              <a:off x="11031" y="4984"/>
              <a:ext cx="380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ym typeface="+mn-ea"/>
                </a:rPr>
                <a:t>(gate: conf + drift+mass)</a:t>
              </a:r>
              <a:endParaRPr lang="en-US" altLang="zh-CN" sz="1400">
                <a:solidFill>
                  <a:schemeClr val="tx1"/>
                </a:solidFill>
              </a:endParaRPr>
            </a:p>
            <a:p>
              <a:endParaRPr lang="en-US" altLang="zh-CN" sz="1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5" name="文本框 304"/>
                <p:cNvSpPr txBox="1"/>
                <p:nvPr/>
              </p:nvSpPr>
              <p:spPr>
                <a:xfrm>
                  <a:off x="12609" y="6133"/>
                  <a:ext cx="12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305" name="文本框 3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09" y="6133"/>
                  <a:ext cx="1200" cy="580"/>
                </a:xfrm>
                <a:prstGeom prst="rect">
                  <a:avLst/>
                </a:prstGeom>
                <a:blipFill rotWithShape="1">
                  <a:blip r:embed="rId5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圆角矩形 53"/>
            <p:cNvSpPr/>
            <p:nvPr/>
          </p:nvSpPr>
          <p:spPr>
            <a:xfrm>
              <a:off x="-3126" y="5296"/>
              <a:ext cx="1483" cy="4752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-2289" y="6612"/>
              <a:ext cx="720" cy="19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/>
                <a:t>A</a:t>
              </a:r>
              <a:endParaRPr lang="en-US" altLang="zh-CN" b="1"/>
            </a:p>
            <a:p>
              <a:r>
                <a:rPr lang="en-US" altLang="zh-CN" b="1"/>
                <a:t>C</a:t>
              </a:r>
              <a:br>
                <a:rPr lang="en-US" altLang="zh-CN" b="1"/>
              </a:br>
              <a:r>
                <a:rPr lang="en-US" altLang="zh-CN" b="1"/>
                <a:t>R</a:t>
              </a:r>
              <a:br>
                <a:rPr lang="en-US" altLang="zh-CN" b="1"/>
              </a:br>
              <a:r>
                <a:rPr lang="en-US" altLang="zh-CN" b="1"/>
                <a:t>E</a:t>
              </a:r>
              <a:endParaRPr lang="en-US" altLang="zh-CN" b="1"/>
            </a:p>
            <a:p>
              <a:endParaRPr lang="en-US" altLang="zh-CN" b="1"/>
            </a:p>
          </p:txBody>
        </p:sp>
        <p:cxnSp>
          <p:nvCxnSpPr>
            <p:cNvPr id="99" name="直接箭头连接符 98"/>
            <p:cNvCxnSpPr/>
            <p:nvPr/>
          </p:nvCxnSpPr>
          <p:spPr>
            <a:xfrm flipH="1">
              <a:off x="-1643" y="7886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1429" y="5980"/>
              <a:ext cx="1458" cy="939"/>
            </a:xfrm>
            <a:prstGeom prst="rect">
              <a:avLst/>
            </a:prstGeom>
          </p:spPr>
        </p:pic>
        <p:grpSp>
          <p:nvGrpSpPr>
            <p:cNvPr id="144" name="组合 143"/>
            <p:cNvGrpSpPr/>
            <p:nvPr/>
          </p:nvGrpSpPr>
          <p:grpSpPr>
            <a:xfrm>
              <a:off x="12609" y="6120"/>
              <a:ext cx="2517" cy="2080"/>
              <a:chOff x="18712" y="6124"/>
              <a:chExt cx="2517" cy="2080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8712" y="7128"/>
                <a:ext cx="2517" cy="1076"/>
                <a:chOff x="17726" y="7128"/>
                <a:chExt cx="2517" cy="1076"/>
              </a:xfrm>
            </p:grpSpPr>
            <p:sp>
              <p:nvSpPr>
                <p:cNvPr id="175" name="圆角矩形 174"/>
                <p:cNvSpPr/>
                <p:nvPr/>
              </p:nvSpPr>
              <p:spPr>
                <a:xfrm>
                  <a:off x="17751" y="7141"/>
                  <a:ext cx="1776" cy="1063"/>
                </a:xfrm>
                <a:prstGeom prst="roundRect">
                  <a:avLst/>
                </a:prstGeom>
                <a:solidFill>
                  <a:srgbClr val="9DC3E6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17726" y="7128"/>
                  <a:ext cx="251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 b="1"/>
                    <a:t>Score Head</a:t>
                  </a:r>
                  <a:endParaRPr lang="en-US" altLang="zh-CN" sz="1400" b="1"/>
                </a:p>
              </p:txBody>
            </p:sp>
          </p:grpSp>
          <p:grpSp>
            <p:nvGrpSpPr>
              <p:cNvPr id="180" name="组合 179"/>
              <p:cNvGrpSpPr/>
              <p:nvPr/>
            </p:nvGrpSpPr>
            <p:grpSpPr>
              <a:xfrm>
                <a:off x="19639" y="6124"/>
                <a:ext cx="1054" cy="972"/>
                <a:chOff x="19991" y="6124"/>
                <a:chExt cx="1054" cy="972"/>
              </a:xfrm>
            </p:grpSpPr>
            <p:cxnSp>
              <p:nvCxnSpPr>
                <p:cNvPr id="185" name="直接箭头连接符 184"/>
                <p:cNvCxnSpPr/>
                <p:nvPr/>
              </p:nvCxnSpPr>
              <p:spPr>
                <a:xfrm flipH="1">
                  <a:off x="20505" y="6606"/>
                  <a:ext cx="10" cy="49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arrow" w="med" len="med"/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6" name="文本框 185"/>
                    <p:cNvSpPr txBox="1"/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186" name="文本框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blipFill rotWithShape="1">
                      <a:blip r:embed="rId50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7" name="文本框 186"/>
                <p:cNvSpPr txBox="1"/>
                <p:nvPr/>
              </p:nvSpPr>
              <p:spPr>
                <a:xfrm>
                  <a:off x="13040" y="7470"/>
                  <a:ext cx="117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87" name="文本框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40" y="7470"/>
                  <a:ext cx="1177" cy="580"/>
                </a:xfrm>
                <a:prstGeom prst="rect">
                  <a:avLst/>
                </a:prstGeom>
                <a:blipFill rotWithShape="1">
                  <a:blip r:embed="rId5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连接符 201"/>
            <p:cNvCxnSpPr/>
            <p:nvPr/>
          </p:nvCxnSpPr>
          <p:spPr>
            <a:xfrm flipV="1">
              <a:off x="11429" y="5516"/>
              <a:ext cx="674" cy="470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flipH="1" flipV="1">
              <a:off x="12653" y="5516"/>
              <a:ext cx="224" cy="466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6" name="文本框 215"/>
            <p:cNvSpPr txBox="1"/>
            <p:nvPr/>
          </p:nvSpPr>
          <p:spPr>
            <a:xfrm>
              <a:off x="-2477" y="8712"/>
              <a:ext cx="13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ym typeface="+mn-ea"/>
                </a:rPr>
                <a:t> 2nd pass</a:t>
              </a:r>
              <a:endParaRPr lang="en-US" altLang="zh-CN" sz="1400" b="1">
                <a:sym typeface="+mn-ea"/>
              </a:endParaRPr>
            </a:p>
          </p:txBody>
        </p:sp>
        <p:pic>
          <p:nvPicPr>
            <p:cNvPr id="219" name="图片 218"/>
            <p:cNvPicPr/>
            <p:nvPr/>
          </p:nvPicPr>
          <p:blipFill>
            <a:blip r:embed="rId55"/>
            <a:stretch>
              <a:fillRect/>
            </a:stretch>
          </p:blipFill>
          <p:spPr>
            <a:xfrm>
              <a:off x="1037" y="3266"/>
              <a:ext cx="2347" cy="1548"/>
            </a:xfrm>
            <a:prstGeom prst="rect">
              <a:avLst/>
            </a:prstGeom>
          </p:spPr>
        </p:pic>
        <p:pic>
          <p:nvPicPr>
            <p:cNvPr id="220" name="图片 219"/>
            <p:cNvPicPr/>
            <p:nvPr/>
          </p:nvPicPr>
          <p:blipFill>
            <a:blip r:embed="rId56"/>
            <a:stretch>
              <a:fillRect/>
            </a:stretch>
          </p:blipFill>
          <p:spPr>
            <a:xfrm>
              <a:off x="3470" y="3266"/>
              <a:ext cx="2347" cy="1548"/>
            </a:xfrm>
            <a:prstGeom prst="rect">
              <a:avLst/>
            </a:prstGeom>
          </p:spPr>
        </p:pic>
        <p:pic>
          <p:nvPicPr>
            <p:cNvPr id="221" name="图片 220"/>
            <p:cNvPicPr/>
            <p:nvPr/>
          </p:nvPicPr>
          <p:blipFill>
            <a:blip r:embed="rId57"/>
            <a:stretch>
              <a:fillRect/>
            </a:stretch>
          </p:blipFill>
          <p:spPr>
            <a:xfrm>
              <a:off x="6098" y="3266"/>
              <a:ext cx="2347" cy="1548"/>
            </a:xfrm>
            <a:prstGeom prst="rect">
              <a:avLst/>
            </a:prstGeom>
          </p:spPr>
        </p:pic>
        <p:cxnSp>
          <p:nvCxnSpPr>
            <p:cNvPr id="225" name="直接连接符 224"/>
            <p:cNvCxnSpPr/>
            <p:nvPr/>
          </p:nvCxnSpPr>
          <p:spPr>
            <a:xfrm flipV="1">
              <a:off x="2716" y="2701"/>
              <a:ext cx="2350" cy="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 flipV="1">
              <a:off x="6698" y="2704"/>
              <a:ext cx="1467" cy="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6" name="组合 235"/>
            <p:cNvGrpSpPr/>
            <p:nvPr/>
          </p:nvGrpSpPr>
          <p:grpSpPr>
            <a:xfrm>
              <a:off x="4234" y="2121"/>
              <a:ext cx="4236" cy="580"/>
              <a:chOff x="4234" y="2121"/>
              <a:chExt cx="4236" cy="580"/>
            </a:xfrm>
          </p:grpSpPr>
          <p:sp>
            <p:nvSpPr>
              <p:cNvPr id="222" name="圆角矩形 221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234" y="2154"/>
                <a:ext cx="423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Conf-Gated Threshold</a:t>
                </a:r>
                <a:endParaRPr lang="en-US" altLang="zh-CN" sz="1400" b="1"/>
              </a:p>
            </p:txBody>
          </p:sp>
        </p:grpSp>
        <p:grpSp>
          <p:nvGrpSpPr>
            <p:cNvPr id="237" name="组合 236"/>
            <p:cNvGrpSpPr/>
            <p:nvPr/>
          </p:nvGrpSpPr>
          <p:grpSpPr>
            <a:xfrm rot="5400000">
              <a:off x="-4324" y="7469"/>
              <a:ext cx="3240" cy="580"/>
              <a:chOff x="4326" y="2121"/>
              <a:chExt cx="3240" cy="580"/>
            </a:xfrm>
          </p:grpSpPr>
          <p:sp>
            <p:nvSpPr>
              <p:cNvPr id="238" name="圆角矩形 237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9" name="文本框 238"/>
                  <p:cNvSpPr txBox="1"/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en-US" altLang="zh-CN" sz="1400" b="1"/>
                      <a:t> Threshold</a:t>
                    </a:r>
                    <a:endParaRPr lang="en-US" altLang="zh-CN" sz="1400" b="1"/>
                  </a:p>
                </p:txBody>
              </p:sp>
            </mc:Choice>
            <mc:Fallback>
              <p:sp>
                <p:nvSpPr>
                  <p:cNvPr id="239" name="文本框 2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blipFill rotWithShape="1">
                    <a:blip r:embed="rId5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40" name="图片 239"/>
            <p:cNvPicPr/>
            <p:nvPr/>
          </p:nvPicPr>
          <p:blipFill>
            <a:blip r:embed="rId59"/>
            <a:stretch>
              <a:fillRect/>
            </a:stretch>
          </p:blipFill>
          <p:spPr>
            <a:xfrm>
              <a:off x="-6054" y="8810"/>
              <a:ext cx="2353" cy="1548"/>
            </a:xfrm>
            <a:prstGeom prst="rect">
              <a:avLst/>
            </a:prstGeom>
          </p:spPr>
        </p:pic>
        <p:pic>
          <p:nvPicPr>
            <p:cNvPr id="241" name="图片 240"/>
            <p:cNvPicPr/>
            <p:nvPr/>
          </p:nvPicPr>
          <p:blipFill>
            <a:blip r:embed="rId60"/>
            <a:stretch>
              <a:fillRect/>
            </a:stretch>
          </p:blipFill>
          <p:spPr>
            <a:xfrm>
              <a:off x="-6054" y="7018"/>
              <a:ext cx="2353" cy="1548"/>
            </a:xfrm>
            <a:prstGeom prst="rect">
              <a:avLst/>
            </a:prstGeom>
          </p:spPr>
        </p:pic>
        <p:pic>
          <p:nvPicPr>
            <p:cNvPr id="242" name="图片 241"/>
            <p:cNvPicPr/>
            <p:nvPr/>
          </p:nvPicPr>
          <p:blipFill>
            <a:blip r:embed="rId61"/>
            <a:stretch>
              <a:fillRect/>
            </a:stretch>
          </p:blipFill>
          <p:spPr>
            <a:xfrm>
              <a:off x="-6054" y="5411"/>
              <a:ext cx="2353" cy="1548"/>
            </a:xfrm>
            <a:prstGeom prst="rect">
              <a:avLst/>
            </a:prstGeom>
          </p:spPr>
        </p:pic>
        <p:sp>
          <p:nvSpPr>
            <p:cNvPr id="243" name="圆角矩形 242"/>
            <p:cNvSpPr/>
            <p:nvPr/>
          </p:nvSpPr>
          <p:spPr>
            <a:xfrm>
              <a:off x="-6400" y="5189"/>
              <a:ext cx="16779" cy="5362"/>
            </a:xfrm>
            <a:prstGeom prst="roundRect">
              <a:avLst>
                <a:gd name="adj" fmla="val 7621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45" name="直接箭头连接符 244"/>
            <p:cNvCxnSpPr/>
            <p:nvPr/>
          </p:nvCxnSpPr>
          <p:spPr>
            <a:xfrm flipH="1">
              <a:off x="-3620" y="7886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7" name="圆角矩形 246"/>
            <p:cNvSpPr/>
            <p:nvPr/>
          </p:nvSpPr>
          <p:spPr>
            <a:xfrm>
              <a:off x="-6122" y="5363"/>
              <a:ext cx="2502" cy="5071"/>
            </a:xfrm>
            <a:prstGeom prst="roundRect">
              <a:avLst>
                <a:gd name="adj" fmla="val 4636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50" name="曲线连接符 249"/>
            <p:cNvCxnSpPr/>
            <p:nvPr/>
          </p:nvCxnSpPr>
          <p:spPr>
            <a:xfrm rot="16200000" flipV="1">
              <a:off x="8468" y="8428"/>
              <a:ext cx="272" cy="879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3" name="文本框 252"/>
            <p:cNvSpPr txBox="1"/>
            <p:nvPr/>
          </p:nvSpPr>
          <p:spPr>
            <a:xfrm>
              <a:off x="8856" y="6205"/>
              <a:ext cx="4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cxnSp>
          <p:nvCxnSpPr>
            <p:cNvPr id="256" name="曲线连接符 255"/>
            <p:cNvCxnSpPr>
              <a:stCxn id="257" idx="2"/>
            </p:cNvCxnSpPr>
            <p:nvPr/>
          </p:nvCxnSpPr>
          <p:spPr>
            <a:xfrm rot="5400000">
              <a:off x="8255" y="6636"/>
              <a:ext cx="685" cy="982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7" name="文本框 256"/>
            <p:cNvSpPr txBox="1"/>
            <p:nvPr/>
          </p:nvSpPr>
          <p:spPr>
            <a:xfrm>
              <a:off x="8769" y="6205"/>
              <a:ext cx="6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62"/>
              </p:custDataLst>
            </p:nvPr>
          </p:nvSpPr>
          <p:spPr>
            <a:xfrm>
              <a:off x="5664" y="3678"/>
              <a:ext cx="1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...</a:t>
              </a:r>
              <a:endParaRPr lang="en-US" altLang="zh-CN"/>
            </a:p>
          </p:txBody>
        </p:sp>
        <p:grpSp>
          <p:nvGrpSpPr>
            <p:cNvPr id="230" name="组合 229"/>
            <p:cNvGrpSpPr/>
            <p:nvPr/>
          </p:nvGrpSpPr>
          <p:grpSpPr>
            <a:xfrm>
              <a:off x="11326" y="8471"/>
              <a:ext cx="4477" cy="1827"/>
              <a:chOff x="10806" y="8489"/>
              <a:chExt cx="4477" cy="1827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11561" y="9057"/>
                <a:ext cx="1553" cy="1066"/>
                <a:chOff x="11470" y="8628"/>
                <a:chExt cx="1553" cy="1066"/>
              </a:xfrm>
            </p:grpSpPr>
            <p:pic>
              <p:nvPicPr>
                <p:cNvPr id="217" name="图片 216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470" y="8762"/>
                  <a:ext cx="1420" cy="933"/>
                </a:xfrm>
                <a:prstGeom prst="rect">
                  <a:avLst/>
                </a:prstGeom>
              </p:spPr>
            </p:pic>
            <p:pic>
              <p:nvPicPr>
                <p:cNvPr id="210" name="图片 209"/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539" y="8710"/>
                  <a:ext cx="1414" cy="933"/>
                </a:xfrm>
                <a:prstGeom prst="rect">
                  <a:avLst/>
                </a:prstGeom>
              </p:spPr>
            </p:pic>
            <p:pic>
              <p:nvPicPr>
                <p:cNvPr id="215" name="图片 214"/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609" y="8628"/>
                  <a:ext cx="1414" cy="932"/>
                </a:xfrm>
                <a:prstGeom prst="rect">
                  <a:avLst/>
                </a:prstGeom>
              </p:spPr>
            </p:pic>
          </p:grpSp>
          <p:sp>
            <p:nvSpPr>
              <p:cNvPr id="218" name="文本框 217"/>
              <p:cNvSpPr txBox="1"/>
              <p:nvPr/>
            </p:nvSpPr>
            <p:spPr>
              <a:xfrm>
                <a:off x="10806" y="8536"/>
                <a:ext cx="447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Noisy initial responses</a:t>
                </a:r>
                <a:endParaRPr lang="en-US" altLang="zh-CN" b="1"/>
              </a:p>
            </p:txBody>
          </p:sp>
          <p:sp>
            <p:nvSpPr>
              <p:cNvPr id="226" name="矩形 225"/>
              <p:cNvSpPr/>
              <p:nvPr>
                <p:custDataLst>
                  <p:tags r:id="rId63"/>
                </p:custDataLst>
              </p:nvPr>
            </p:nvSpPr>
            <p:spPr>
              <a:xfrm>
                <a:off x="10868" y="8489"/>
                <a:ext cx="2940" cy="1827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231" name="直接箭头连接符 230"/>
            <p:cNvCxnSpPr>
              <a:endCxn id="136" idx="5"/>
            </p:cNvCxnSpPr>
            <p:nvPr/>
          </p:nvCxnSpPr>
          <p:spPr>
            <a:xfrm flipH="1" flipV="1">
              <a:off x="9237" y="9163"/>
              <a:ext cx="2155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64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10756900" y="1130935"/>
            <a:ext cx="12680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agreement</a:t>
            </a:r>
            <a:endParaRPr lang="en-US" altLang="zh-CN" sz="1600"/>
          </a:p>
        </p:txBody>
      </p:sp>
      <p:sp>
        <p:nvSpPr>
          <p:cNvPr id="14" name="圆角矩形 13"/>
          <p:cNvSpPr/>
          <p:nvPr/>
        </p:nvSpPr>
        <p:spPr>
          <a:xfrm>
            <a:off x="-1313815" y="-1649730"/>
            <a:ext cx="10603865" cy="5887085"/>
          </a:xfrm>
          <a:prstGeom prst="roundRect">
            <a:avLst>
              <a:gd name="adj" fmla="val 3893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67" name="图片 66"/>
          <p:cNvPicPr/>
          <p:nvPr/>
        </p:nvPicPr>
        <p:blipFill>
          <a:blip r:embed="rId10">
            <a:alphaModFix amt="80000"/>
          </a:blip>
          <a:srcRect l="6471" t="-1544" r="6552" b="1544"/>
          <a:stretch>
            <a:fillRect/>
          </a:stretch>
        </p:blipFill>
        <p:spPr>
          <a:xfrm>
            <a:off x="9788525" y="1712595"/>
            <a:ext cx="2048510" cy="1315720"/>
          </a:xfrm>
          <a:prstGeom prst="rect">
            <a:avLst/>
          </a:prstGeom>
        </p:spPr>
      </p:pic>
      <p:pic>
        <p:nvPicPr>
          <p:cNvPr id="68" name="图片 67"/>
          <p:cNvPicPr/>
          <p:nvPr/>
        </p:nvPicPr>
        <p:blipFill>
          <a:blip r:embed="rId11"/>
          <a:srcRect t="8111" b="8556"/>
          <a:stretch>
            <a:fillRect/>
          </a:stretch>
        </p:blipFill>
        <p:spPr>
          <a:xfrm>
            <a:off x="9824085" y="1666240"/>
            <a:ext cx="2012950" cy="1316355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12"/>
          <a:stretch>
            <a:fillRect/>
          </a:stretch>
        </p:blipFill>
        <p:spPr>
          <a:xfrm>
            <a:off x="-998220" y="676910"/>
            <a:ext cx="2014220" cy="1316355"/>
          </a:xfrm>
          <a:prstGeom prst="rect">
            <a:avLst/>
          </a:prstGeom>
        </p:spPr>
      </p:pic>
      <p:pic>
        <p:nvPicPr>
          <p:cNvPr id="25" name="图片 24"/>
          <p:cNvPicPr/>
          <p:nvPr/>
        </p:nvPicPr>
        <p:blipFill>
          <a:blip r:embed="rId13"/>
          <a:stretch>
            <a:fillRect/>
          </a:stretch>
        </p:blipFill>
        <p:spPr>
          <a:xfrm>
            <a:off x="-998220" y="-717550"/>
            <a:ext cx="2014220" cy="1327785"/>
          </a:xfrm>
          <a:prstGeom prst="rect">
            <a:avLst/>
          </a:prstGeom>
        </p:spPr>
      </p:pic>
      <p:sp>
        <p:nvSpPr>
          <p:cNvPr id="12" name="流程图: 手动操作 11"/>
          <p:cNvSpPr/>
          <p:nvPr>
            <p:custDataLst>
              <p:tags r:id="rId14"/>
            </p:custDataLst>
          </p:nvPr>
        </p:nvSpPr>
        <p:spPr>
          <a:xfrm rot="16200000">
            <a:off x="970915" y="991235"/>
            <a:ext cx="1604645" cy="843280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1311275" y="1134745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ViT </a:t>
            </a:r>
            <a:endParaRPr lang="en-US" altLang="zh-CN" sz="1600" b="1"/>
          </a:p>
          <a:p>
            <a:r>
              <a:rPr lang="en-US" altLang="zh-CN" sz="1600" b="1"/>
              <a:t>Encoder</a:t>
            </a:r>
            <a:endParaRPr lang="en-US" altLang="zh-CN" sz="1600" b="1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 rot="5400000">
            <a:off x="-450850" y="226631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19" name="矩形 18"/>
          <p:cNvSpPr/>
          <p:nvPr>
            <p:custDataLst>
              <p:tags r:id="rId17"/>
            </p:custDataLst>
          </p:nvPr>
        </p:nvSpPr>
        <p:spPr>
          <a:xfrm>
            <a:off x="-1113155" y="-814070"/>
            <a:ext cx="2239645" cy="4611370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>
            <p:custDataLst>
              <p:tags r:id="rId18"/>
            </p:custDataLst>
          </p:nvPr>
        </p:nvCxnSpPr>
        <p:spPr>
          <a:xfrm flipV="1">
            <a:off x="1016000" y="1412240"/>
            <a:ext cx="335915" cy="127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流程图: 手动操作 39"/>
          <p:cNvSpPr/>
          <p:nvPr>
            <p:custDataLst>
              <p:tags r:id="rId19"/>
            </p:custDataLst>
          </p:nvPr>
        </p:nvSpPr>
        <p:spPr>
          <a:xfrm rot="16200000">
            <a:off x="3802380" y="603250"/>
            <a:ext cx="1604645" cy="1618615"/>
          </a:xfrm>
          <a:prstGeom prst="flowChartManualOperation">
            <a:avLst/>
          </a:prstGeom>
          <a:solidFill>
            <a:srgbClr val="DBDBDB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/>
          <p:nvPr/>
        </p:nvPicPr>
        <p:blipFill>
          <a:blip r:embed="rId20">
            <a:alphaModFix amt="60000"/>
          </a:blip>
          <a:stretch>
            <a:fillRect/>
          </a:stretch>
        </p:blipFill>
        <p:spPr>
          <a:xfrm>
            <a:off x="4064000" y="946150"/>
            <a:ext cx="1055370" cy="975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本框 41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999615" y="1942465"/>
                <a:ext cx="1798320" cy="755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8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en-US" altLang="zh-CN" b="1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(Patch-token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 Features)</a:t>
                </a:r>
                <a:endParaRPr lang="en-US" altLang="zh-CN"/>
              </a:p>
            </p:txBody>
          </p:sp>
        </mc:Choice>
        <mc:Fallback>
          <p:sp>
            <p:nvSpPr>
              <p:cNvPr id="42" name="文本框 4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1999615" y="1942465"/>
                <a:ext cx="1798320" cy="755015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本框 42"/>
          <p:cNvSpPr txBox="1"/>
          <p:nvPr>
            <p:custDataLst>
              <p:tags r:id="rId24"/>
            </p:custDataLst>
          </p:nvPr>
        </p:nvSpPr>
        <p:spPr>
          <a:xfrm>
            <a:off x="3705860" y="1007110"/>
            <a:ext cx="2689225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/>
              <a:t>    Patch-level</a:t>
            </a:r>
            <a:endParaRPr lang="en-US" altLang="zh-CN" sz="1600" b="1"/>
          </a:p>
          <a:p>
            <a:r>
              <a:rPr lang="en-US" altLang="zh-CN" sz="1600" b="1"/>
              <a:t>Correspondence</a:t>
            </a:r>
            <a:endParaRPr lang="en-US" altLang="zh-CN" sz="1600" b="1"/>
          </a:p>
          <a:p>
            <a:r>
              <a:rPr lang="en-US" altLang="zh-CN" sz="1600" b="1"/>
              <a:t> Cross-attention</a:t>
            </a:r>
            <a:endParaRPr lang="en-US" altLang="zh-CN" sz="1600" b="1"/>
          </a:p>
        </p:txBody>
      </p:sp>
      <p:cxnSp>
        <p:nvCxnSpPr>
          <p:cNvPr id="48" name="肘形连接符 47"/>
          <p:cNvCxnSpPr/>
          <p:nvPr>
            <p:custDataLst>
              <p:tags r:id="rId25"/>
            </p:custDataLst>
          </p:nvPr>
        </p:nvCxnSpPr>
        <p:spPr>
          <a:xfrm flipV="1">
            <a:off x="2191385" y="1411605"/>
            <a:ext cx="335915" cy="1270"/>
          </a:xfrm>
          <a:prstGeom prst="bentConnector3">
            <a:avLst>
              <a:gd name="adj1" fmla="val 5009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肘形连接符 49"/>
          <p:cNvCxnSpPr/>
          <p:nvPr>
            <p:custDataLst>
              <p:tags r:id="rId26"/>
            </p:custDataLst>
          </p:nvPr>
        </p:nvCxnSpPr>
        <p:spPr>
          <a:xfrm>
            <a:off x="3502660" y="1414145"/>
            <a:ext cx="292735" cy="3175"/>
          </a:xfrm>
          <a:prstGeom prst="bentConnector2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矩形 1"/>
          <p:cNvSpPr/>
          <p:nvPr>
            <p:custDataLst>
              <p:tags r:id="rId27"/>
            </p:custDataLst>
          </p:nvPr>
        </p:nvSpPr>
        <p:spPr>
          <a:xfrm>
            <a:off x="5779770" y="-1066800"/>
            <a:ext cx="1557655" cy="3155315"/>
          </a:xfrm>
          <a:prstGeom prst="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>
            <p:custDataLst>
              <p:tags r:id="rId28"/>
            </p:custDataLst>
          </p:nvPr>
        </p:nvCxnSpPr>
        <p:spPr>
          <a:xfrm>
            <a:off x="5419090" y="1411605"/>
            <a:ext cx="339090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8260080" y="191135"/>
            <a:ext cx="925830" cy="3218815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肘形连接符 27"/>
          <p:cNvCxnSpPr/>
          <p:nvPr/>
        </p:nvCxnSpPr>
        <p:spPr>
          <a:xfrm rot="16200000">
            <a:off x="5511165" y="-2148840"/>
            <a:ext cx="722630" cy="5701665"/>
          </a:xfrm>
          <a:prstGeom prst="bentConnector3">
            <a:avLst>
              <a:gd name="adj1" fmla="val 348637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" idx="3"/>
            <a:endCxn id="103" idx="1"/>
          </p:cNvCxnSpPr>
          <p:nvPr/>
        </p:nvCxnSpPr>
        <p:spPr>
          <a:xfrm>
            <a:off x="7337425" y="511175"/>
            <a:ext cx="1036955" cy="1640840"/>
          </a:xfrm>
          <a:prstGeom prst="bentConnector3">
            <a:avLst>
              <a:gd name="adj1" fmla="val 50031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 rot="0">
            <a:off x="8558530" y="340360"/>
            <a:ext cx="325120" cy="839470"/>
            <a:chOff x="17534" y="1746"/>
            <a:chExt cx="503" cy="1322"/>
          </a:xfrm>
        </p:grpSpPr>
        <p:sp>
          <p:nvSpPr>
            <p:cNvPr id="22" name="圆角矩形 21"/>
            <p:cNvSpPr/>
            <p:nvPr/>
          </p:nvSpPr>
          <p:spPr>
            <a:xfrm>
              <a:off x="17534" y="1746"/>
              <a:ext cx="503" cy="1323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 flipH="1">
              <a:off x="17534" y="201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/>
            <p:cNvCxnSpPr/>
            <p:nvPr/>
          </p:nvCxnSpPr>
          <p:spPr>
            <a:xfrm flipH="1">
              <a:off x="17543" y="2275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 flipH="1">
              <a:off x="17543" y="2534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 flipH="1">
              <a:off x="17534" y="2792"/>
              <a:ext cx="4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/>
              <p:cNvSpPr txBox="1"/>
              <p:nvPr/>
            </p:nvSpPr>
            <p:spPr>
              <a:xfrm>
                <a:off x="8243570" y="1188085"/>
                <a:ext cx="2021205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charset="0"/>
                        <a:cs typeface="Cambria Math" panose="02040503050406030204" charset="0"/>
                      </a:rPr>
                      <m:t>𝑭</m:t>
                    </m:r>
                  </m:oMath>
                </a14:m>
                <a:r>
                  <a:rPr lang="en-US" altLang="zh-CN"/>
                  <a:t>:patch </a:t>
                </a:r>
                <a:endParaRPr lang="en-US" altLang="zh-CN"/>
              </a:p>
              <a:p>
                <a:r>
                  <a:rPr lang="en-US" altLang="zh-CN"/>
                  <a:t>features</a:t>
                </a:r>
                <a:endParaRPr lang="en-US" altLang="zh-CN"/>
              </a:p>
            </p:txBody>
          </p:sp>
        </mc:Choice>
        <mc:Fallback>
          <p:sp>
            <p:nvSpPr>
              <p:cNvPr id="5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3570" y="1188085"/>
                <a:ext cx="2021205" cy="645160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8197850" y="2722245"/>
                <a:ext cx="12966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𝝎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altLang="zh-CN"/>
                  <a:t>:</a:t>
                </a:r>
                <a:r>
                  <a:rPr lang="en-US" altLang="zh-CN">
                    <a:sym typeface="+mn-ea"/>
                  </a:rPr>
                  <a:t>initial support</a:t>
                </a:r>
                <a:endParaRPr lang="en-US" altLang="zh-CN"/>
              </a:p>
              <a:p>
                <a:r>
                  <a:rPr lang="en-US" altLang="zh-CN"/>
                  <a:t>   </a:t>
                </a:r>
                <a:endParaRPr lang="en-US" altLang="zh-CN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850" y="2722245"/>
                <a:ext cx="1296670" cy="922020"/>
              </a:xfrm>
              <a:prstGeom prst="rect">
                <a:avLst/>
              </a:prstGeom>
              <a:blipFill rotWithShape="1"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本框 52"/>
          <p:cNvSpPr txBox="1"/>
          <p:nvPr/>
        </p:nvSpPr>
        <p:spPr>
          <a:xfrm>
            <a:off x="-811530" y="-1184275"/>
            <a:ext cx="1766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Image Group</a:t>
            </a:r>
            <a:endParaRPr lang="en-US" altLang="zh-CN" b="1"/>
          </a:p>
        </p:txBody>
      </p:sp>
      <p:grpSp>
        <p:nvGrpSpPr>
          <p:cNvPr id="71" name="组合 70"/>
          <p:cNvGrpSpPr/>
          <p:nvPr/>
        </p:nvGrpSpPr>
        <p:grpSpPr>
          <a:xfrm rot="0">
            <a:off x="2529840" y="913765"/>
            <a:ext cx="982980" cy="1019175"/>
            <a:chOff x="6022" y="2993"/>
            <a:chExt cx="1548" cy="1605"/>
          </a:xfrm>
          <a:solidFill>
            <a:schemeClr val="bg1"/>
          </a:solidFill>
        </p:grpSpPr>
        <p:sp>
          <p:nvSpPr>
            <p:cNvPr id="72" name="矩形 7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矩形 7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矩形 8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3" name="矩形 8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4" name="矩形 8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5" name="矩形 8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0" name="矩形 8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grp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9DC3E6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5544820" y="-124142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 </a:t>
            </a:r>
            <a:endParaRPr lang="en-US" altLang="zh-CN" b="1"/>
          </a:p>
        </p:txBody>
      </p:sp>
      <p:grpSp>
        <p:nvGrpSpPr>
          <p:cNvPr id="101" name="组合 100"/>
          <p:cNvGrpSpPr/>
          <p:nvPr/>
        </p:nvGrpSpPr>
        <p:grpSpPr>
          <a:xfrm rot="0">
            <a:off x="8374380" y="1941830"/>
            <a:ext cx="688975" cy="713740"/>
            <a:chOff x="6022" y="2993"/>
            <a:chExt cx="1548" cy="1604"/>
          </a:xfrm>
          <a:solidFill>
            <a:schemeClr val="bg1"/>
          </a:solidFill>
        </p:grpSpPr>
        <p:sp>
          <p:nvSpPr>
            <p:cNvPr id="102" name="矩形 101"/>
            <p:cNvSpPr/>
            <p:nvPr/>
          </p:nvSpPr>
          <p:spPr>
            <a:xfrm>
              <a:off x="6022" y="2993"/>
              <a:ext cx="270" cy="285"/>
            </a:xfrm>
            <a:prstGeom prst="rect">
              <a:avLst/>
            </a:prstGeom>
            <a:solidFill>
              <a:srgbClr val="2F37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3" name="矩形 102"/>
            <p:cNvSpPr/>
            <p:nvPr/>
          </p:nvSpPr>
          <p:spPr>
            <a:xfrm>
              <a:off x="6022" y="3323"/>
              <a:ext cx="270" cy="285"/>
            </a:xfrm>
            <a:prstGeom prst="rect">
              <a:avLst/>
            </a:prstGeom>
            <a:solidFill>
              <a:srgbClr val="28BBE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4" name="矩形 103"/>
            <p:cNvSpPr/>
            <p:nvPr/>
          </p:nvSpPr>
          <p:spPr>
            <a:xfrm>
              <a:off x="6022" y="3653"/>
              <a:ext cx="270" cy="285"/>
            </a:xfrm>
            <a:prstGeom prst="rect">
              <a:avLst/>
            </a:prstGeom>
            <a:solidFill>
              <a:srgbClr val="A9F26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5" name="矩形 104"/>
            <p:cNvSpPr/>
            <p:nvPr/>
          </p:nvSpPr>
          <p:spPr>
            <a:xfrm>
              <a:off x="6022" y="3983"/>
              <a:ext cx="270" cy="285"/>
            </a:xfrm>
            <a:prstGeom prst="rect">
              <a:avLst/>
            </a:prstGeom>
            <a:solidFill>
              <a:srgbClr val="5AEEA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6022" y="4313"/>
              <a:ext cx="270" cy="285"/>
            </a:xfrm>
            <a:prstGeom prst="rect">
              <a:avLst/>
            </a:prstGeom>
            <a:solidFill>
              <a:srgbClr val="3549D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7" name="矩形 106"/>
            <p:cNvSpPr/>
            <p:nvPr/>
          </p:nvSpPr>
          <p:spPr>
            <a:xfrm>
              <a:off x="6343" y="4313"/>
              <a:ext cx="270" cy="285"/>
            </a:xfrm>
            <a:prstGeom prst="rect">
              <a:avLst/>
            </a:prstGeom>
            <a:solidFill>
              <a:srgbClr val="5DEDB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8" name="矩形 107"/>
            <p:cNvSpPr/>
            <p:nvPr/>
          </p:nvSpPr>
          <p:spPr>
            <a:xfrm>
              <a:off x="6343" y="3983"/>
              <a:ext cx="270" cy="285"/>
            </a:xfrm>
            <a:prstGeom prst="rect">
              <a:avLst/>
            </a:prstGeom>
            <a:solidFill>
              <a:srgbClr val="F8822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>
            <a:xfrm>
              <a:off x="6343" y="3653"/>
              <a:ext cx="270" cy="285"/>
            </a:xfrm>
            <a:prstGeom prst="rect">
              <a:avLst/>
            </a:prstGeom>
            <a:solidFill>
              <a:srgbClr val="D83B1E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0" name="矩形 109"/>
            <p:cNvSpPr/>
            <p:nvPr/>
          </p:nvSpPr>
          <p:spPr>
            <a:xfrm>
              <a:off x="6343" y="3323"/>
              <a:ext cx="270" cy="285"/>
            </a:xfrm>
            <a:prstGeom prst="rect">
              <a:avLst/>
            </a:prstGeom>
            <a:solidFill>
              <a:srgbClr val="FCCB2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1" name="矩形 110"/>
            <p:cNvSpPr/>
            <p:nvPr/>
          </p:nvSpPr>
          <p:spPr>
            <a:xfrm>
              <a:off x="6343" y="2993"/>
              <a:ext cx="270" cy="285"/>
            </a:xfrm>
            <a:prstGeom prst="rect">
              <a:avLst/>
            </a:prstGeom>
            <a:solidFill>
              <a:srgbClr val="2C8AF6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2" name="矩形 111"/>
            <p:cNvSpPr/>
            <p:nvPr/>
          </p:nvSpPr>
          <p:spPr>
            <a:xfrm>
              <a:off x="6661" y="2993"/>
              <a:ext cx="270" cy="285"/>
            </a:xfrm>
            <a:prstGeom prst="rect">
              <a:avLst/>
            </a:prstGeom>
            <a:solidFill>
              <a:srgbClr val="2BC2D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3" name="矩形 112"/>
            <p:cNvSpPr/>
            <p:nvPr/>
          </p:nvSpPr>
          <p:spPr>
            <a:xfrm>
              <a:off x="6661" y="3323"/>
              <a:ext cx="270" cy="285"/>
            </a:xfrm>
            <a:prstGeom prst="rect">
              <a:avLst/>
            </a:prstGeom>
            <a:solidFill>
              <a:srgbClr val="E8C349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4" name="矩形 113"/>
            <p:cNvSpPr/>
            <p:nvPr/>
          </p:nvSpPr>
          <p:spPr>
            <a:xfrm>
              <a:off x="6661" y="3653"/>
              <a:ext cx="270" cy="285"/>
            </a:xfrm>
            <a:prstGeom prst="rect">
              <a:avLst/>
            </a:prstGeom>
            <a:solidFill>
              <a:srgbClr val="AC170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5" name="矩形 114"/>
            <p:cNvSpPr/>
            <p:nvPr/>
          </p:nvSpPr>
          <p:spPr>
            <a:xfrm>
              <a:off x="6661" y="3983"/>
              <a:ext cx="270" cy="285"/>
            </a:xfrm>
            <a:prstGeom prst="rect">
              <a:avLst/>
            </a:prstGeom>
            <a:solidFill>
              <a:srgbClr val="F04D2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6" name="矩形 115"/>
            <p:cNvSpPr/>
            <p:nvPr/>
          </p:nvSpPr>
          <p:spPr>
            <a:xfrm>
              <a:off x="6661" y="4313"/>
              <a:ext cx="270" cy="285"/>
            </a:xfrm>
            <a:prstGeom prst="rect">
              <a:avLst/>
            </a:prstGeom>
            <a:solidFill>
              <a:srgbClr val="8FEE87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7" name="矩形 116"/>
            <p:cNvSpPr/>
            <p:nvPr/>
          </p:nvSpPr>
          <p:spPr>
            <a:xfrm>
              <a:off x="6982" y="4313"/>
              <a:ext cx="270" cy="285"/>
            </a:xfrm>
            <a:prstGeom prst="rect">
              <a:avLst/>
            </a:prstGeom>
            <a:solidFill>
              <a:srgbClr val="2D92F2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6982" y="3983"/>
              <a:ext cx="270" cy="285"/>
            </a:xfrm>
            <a:prstGeom prst="rect">
              <a:avLst/>
            </a:prstGeom>
            <a:solidFill>
              <a:srgbClr val="FB962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9" name="矩形 118"/>
            <p:cNvSpPr/>
            <p:nvPr/>
          </p:nvSpPr>
          <p:spPr>
            <a:xfrm>
              <a:off x="6982" y="3653"/>
              <a:ext cx="270" cy="285"/>
            </a:xfrm>
            <a:prstGeom prst="rect">
              <a:avLst/>
            </a:prstGeom>
            <a:solidFill>
              <a:srgbClr val="F5CF23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0" name="矩形 119"/>
            <p:cNvSpPr/>
            <p:nvPr/>
          </p:nvSpPr>
          <p:spPr>
            <a:xfrm>
              <a:off x="6982" y="3323"/>
              <a:ext cx="270" cy="285"/>
            </a:xfrm>
            <a:prstGeom prst="rect">
              <a:avLst/>
            </a:prstGeom>
            <a:solidFill>
              <a:srgbClr val="A3EF74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1" name="矩形 120"/>
            <p:cNvSpPr/>
            <p:nvPr/>
          </p:nvSpPr>
          <p:spPr>
            <a:xfrm>
              <a:off x="6982" y="2993"/>
              <a:ext cx="270" cy="285"/>
            </a:xfrm>
            <a:prstGeom prst="rect">
              <a:avLst/>
            </a:prstGeom>
            <a:solidFill>
              <a:srgbClr val="357BF5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2" name="矩形 121"/>
            <p:cNvSpPr/>
            <p:nvPr/>
          </p:nvSpPr>
          <p:spPr>
            <a:xfrm>
              <a:off x="7300" y="4313"/>
              <a:ext cx="270" cy="285"/>
            </a:xfrm>
            <a:prstGeom prst="rect">
              <a:avLst/>
            </a:prstGeom>
            <a:solidFill>
              <a:srgbClr val="2F32AD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3" name="矩形 122"/>
            <p:cNvSpPr/>
            <p:nvPr/>
          </p:nvSpPr>
          <p:spPr>
            <a:xfrm>
              <a:off x="7300" y="3983"/>
              <a:ext cx="270" cy="285"/>
            </a:xfrm>
            <a:prstGeom prst="rect">
              <a:avLst/>
            </a:prstGeom>
            <a:solidFill>
              <a:srgbClr val="40BCD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4" name="矩形 123"/>
            <p:cNvSpPr/>
            <p:nvPr/>
          </p:nvSpPr>
          <p:spPr>
            <a:xfrm>
              <a:off x="7300" y="3653"/>
              <a:ext cx="270" cy="285"/>
            </a:xfrm>
            <a:prstGeom prst="rect">
              <a:avLst/>
            </a:prstGeom>
            <a:solidFill>
              <a:srgbClr val="32ADEF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7300" y="3323"/>
              <a:ext cx="270" cy="285"/>
            </a:xfrm>
            <a:prstGeom prst="rect">
              <a:avLst/>
            </a:prstGeom>
            <a:solidFill>
              <a:srgbClr val="345DEA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6" name="矩形 125"/>
            <p:cNvSpPr/>
            <p:nvPr/>
          </p:nvSpPr>
          <p:spPr>
            <a:xfrm>
              <a:off x="7300" y="2993"/>
              <a:ext cx="270" cy="285"/>
            </a:xfrm>
            <a:prstGeom prst="rect">
              <a:avLst/>
            </a:prstGeom>
            <a:solidFill>
              <a:srgbClr val="1E2670"/>
            </a:solidFill>
            <a:ln w="22225" cap="sq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31" name="图片 30"/>
          <p:cNvPicPr/>
          <p:nvPr/>
        </p:nvPicPr>
        <p:blipFill>
          <a:blip r:embed="rId31"/>
          <a:stretch>
            <a:fillRect/>
          </a:stretch>
        </p:blipFill>
        <p:spPr>
          <a:xfrm>
            <a:off x="-997585" y="2362200"/>
            <a:ext cx="2013585" cy="1315720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2"/>
          <a:stretch>
            <a:fillRect/>
          </a:stretch>
        </p:blipFill>
        <p:spPr>
          <a:xfrm>
            <a:off x="5817870" y="-1036320"/>
            <a:ext cx="1489075" cy="981075"/>
          </a:xfrm>
          <a:prstGeom prst="rect">
            <a:avLst/>
          </a:prstGeom>
        </p:spPr>
      </p:pic>
      <p:pic>
        <p:nvPicPr>
          <p:cNvPr id="33" name="图片 32"/>
          <p:cNvPicPr/>
          <p:nvPr/>
        </p:nvPicPr>
        <p:blipFill>
          <a:blip r:embed="rId33"/>
          <a:stretch>
            <a:fillRect/>
          </a:stretch>
        </p:blipFill>
        <p:spPr>
          <a:xfrm>
            <a:off x="5818505" y="-31115"/>
            <a:ext cx="1488440" cy="981710"/>
          </a:xfrm>
          <a:prstGeom prst="rect">
            <a:avLst/>
          </a:prstGeom>
        </p:spPr>
      </p:pic>
      <p:pic>
        <p:nvPicPr>
          <p:cNvPr id="34" name="图片 33"/>
          <p:cNvPicPr/>
          <p:nvPr/>
        </p:nvPicPr>
        <p:blipFill>
          <a:blip r:embed="rId34"/>
          <a:stretch>
            <a:fillRect/>
          </a:stretch>
        </p:blipFill>
        <p:spPr>
          <a:xfrm>
            <a:off x="5812790" y="1086485"/>
            <a:ext cx="1494155" cy="98234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5"/>
            </p:custDataLst>
          </p:nvPr>
        </p:nvSpPr>
        <p:spPr>
          <a:xfrm>
            <a:off x="6339840" y="69723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223" name="圆角矩形 222"/>
          <p:cNvSpPr/>
          <p:nvPr/>
        </p:nvSpPr>
        <p:spPr>
          <a:xfrm>
            <a:off x="3340735" y="3028315"/>
            <a:ext cx="4827905" cy="1101725"/>
          </a:xfrm>
          <a:prstGeom prst="roundRect">
            <a:avLst>
              <a:gd name="adj" fmla="val 7492"/>
            </a:avLst>
          </a:prstGeom>
          <a:noFill/>
          <a:ln w="12700" cmpd="sng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4" name="文本框 243"/>
          <p:cNvSpPr txBox="1"/>
          <p:nvPr>
            <p:custDataLst>
              <p:tags r:id="rId36"/>
            </p:custDataLst>
          </p:nvPr>
        </p:nvSpPr>
        <p:spPr>
          <a:xfrm>
            <a:off x="-588010" y="6200140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sp>
        <p:nvSpPr>
          <p:cNvPr id="4" name="圆角矩形 3"/>
          <p:cNvSpPr/>
          <p:nvPr/>
        </p:nvSpPr>
        <p:spPr>
          <a:xfrm>
            <a:off x="9414510" y="-1649730"/>
            <a:ext cx="3023870" cy="9364345"/>
          </a:xfrm>
          <a:prstGeom prst="roundRect">
            <a:avLst>
              <a:gd name="adj" fmla="val 5522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462260" y="-1435100"/>
            <a:ext cx="833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ACRE</a:t>
            </a:r>
            <a:endParaRPr lang="en-US" altLang="zh-CN" b="1"/>
          </a:p>
        </p:txBody>
      </p:sp>
      <p:grpSp>
        <p:nvGrpSpPr>
          <p:cNvPr id="165" name="组合 164"/>
          <p:cNvGrpSpPr/>
          <p:nvPr/>
        </p:nvGrpSpPr>
        <p:grpSpPr>
          <a:xfrm rot="0">
            <a:off x="10157460" y="-316230"/>
            <a:ext cx="1138555" cy="529590"/>
            <a:chOff x="7764" y="4730"/>
            <a:chExt cx="1793" cy="834"/>
          </a:xfrm>
        </p:grpSpPr>
        <p:pic>
          <p:nvPicPr>
            <p:cNvPr id="153" name="图片 152"/>
            <p:cNvPicPr/>
            <p:nvPr/>
          </p:nvPicPr>
          <p:blipFill>
            <a:blip r:embed="rId37"/>
            <a:srcRect l="38871" t="36827" r="51912" b="55558"/>
            <a:stretch>
              <a:fillRect/>
            </a:stretch>
          </p:blipFill>
          <p:spPr>
            <a:xfrm>
              <a:off x="7764" y="4730"/>
              <a:ext cx="1793" cy="834"/>
            </a:xfrm>
            <a:prstGeom prst="rect">
              <a:avLst/>
            </a:prstGeom>
          </p:spPr>
        </p:pic>
        <p:cxnSp>
          <p:nvCxnSpPr>
            <p:cNvPr id="154" name="直接连接符 153"/>
            <p:cNvCxnSpPr/>
            <p:nvPr/>
          </p:nvCxnSpPr>
          <p:spPr>
            <a:xfrm flipV="1">
              <a:off x="8076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5" name="直接连接符 154"/>
            <p:cNvCxnSpPr/>
            <p:nvPr/>
          </p:nvCxnSpPr>
          <p:spPr>
            <a:xfrm flipV="1">
              <a:off x="8314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6" name="直接连接符 155"/>
            <p:cNvCxnSpPr/>
            <p:nvPr/>
          </p:nvCxnSpPr>
          <p:spPr>
            <a:xfrm flipV="1">
              <a:off x="8573" y="4764"/>
              <a:ext cx="394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直接连接符 156"/>
            <p:cNvCxnSpPr/>
            <p:nvPr/>
          </p:nvCxnSpPr>
          <p:spPr>
            <a:xfrm flipV="1">
              <a:off x="8840" y="4764"/>
              <a:ext cx="382" cy="2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直接连接符 157"/>
            <p:cNvCxnSpPr/>
            <p:nvPr/>
          </p:nvCxnSpPr>
          <p:spPr>
            <a:xfrm flipH="1">
              <a:off x="9294" y="4984"/>
              <a:ext cx="1" cy="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直接连接符 158"/>
            <p:cNvCxnSpPr/>
            <p:nvPr/>
          </p:nvCxnSpPr>
          <p:spPr>
            <a:xfrm>
              <a:off x="8072" y="4872"/>
              <a:ext cx="1203" cy="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0" name="直接连接符 159"/>
            <p:cNvCxnSpPr/>
            <p:nvPr/>
          </p:nvCxnSpPr>
          <p:spPr>
            <a:xfrm>
              <a:off x="7782" y="5298"/>
              <a:ext cx="1353" cy="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1" name="直接连接符 160"/>
            <p:cNvCxnSpPr/>
            <p:nvPr/>
          </p:nvCxnSpPr>
          <p:spPr>
            <a:xfrm flipV="1">
              <a:off x="9135" y="5001"/>
              <a:ext cx="390" cy="29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V="1">
              <a:off x="8072" y="5270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3" name="直接连接符 162"/>
            <p:cNvCxnSpPr/>
            <p:nvPr/>
          </p:nvCxnSpPr>
          <p:spPr>
            <a:xfrm flipV="1">
              <a:off x="8336" y="5273"/>
              <a:ext cx="386" cy="25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4" name="直接连接符 163"/>
            <p:cNvCxnSpPr/>
            <p:nvPr/>
          </p:nvCxnSpPr>
          <p:spPr>
            <a:xfrm flipV="1">
              <a:off x="8582" y="5264"/>
              <a:ext cx="404" cy="268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66" name="文本框 165"/>
          <p:cNvSpPr txBox="1"/>
          <p:nvPr/>
        </p:nvSpPr>
        <p:spPr>
          <a:xfrm>
            <a:off x="9948545" y="-671195"/>
            <a:ext cx="20237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prototype pooling</a:t>
            </a:r>
            <a:endParaRPr lang="en-US" altLang="zh-CN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立方体 166"/>
              <p:cNvSpPr/>
              <p:nvPr/>
            </p:nvSpPr>
            <p:spPr>
              <a:xfrm>
                <a:off x="10435590" y="459740"/>
                <a:ext cx="457200" cy="457200"/>
              </a:xfrm>
              <a:prstGeom prst="cube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𝐏</m:t>
                      </m:r>
                    </m:oMath>
                  </m:oMathPara>
                </a14:m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67" name="立方体 1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5590" y="459740"/>
                <a:ext cx="457200" cy="457200"/>
              </a:xfrm>
              <a:prstGeom prst="cube">
                <a:avLst/>
              </a:prstGeom>
              <a:blipFill rotWithShape="1">
                <a:blip r:embed="rId38"/>
                <a:stretch>
                  <a:fillRect l="-1389" t="-1389" r="-1389" b="-1389"/>
                </a:stretch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8" name="肘形连接符 167"/>
          <p:cNvCxnSpPr/>
          <p:nvPr/>
        </p:nvCxnSpPr>
        <p:spPr>
          <a:xfrm flipV="1">
            <a:off x="8883650" y="-51435"/>
            <a:ext cx="1273810" cy="812165"/>
          </a:xfrm>
          <a:prstGeom prst="bentConnector3">
            <a:avLst>
              <a:gd name="adj1" fmla="val 38035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9" name="直接箭头连接符 168"/>
          <p:cNvCxnSpPr/>
          <p:nvPr/>
        </p:nvCxnSpPr>
        <p:spPr>
          <a:xfrm>
            <a:off x="10626090" y="21145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0" name="肘形连接符 169"/>
          <p:cNvCxnSpPr/>
          <p:nvPr/>
        </p:nvCxnSpPr>
        <p:spPr>
          <a:xfrm flipV="1">
            <a:off x="9063355" y="-51435"/>
            <a:ext cx="1094105" cy="2350135"/>
          </a:xfrm>
          <a:prstGeom prst="bentConnector3">
            <a:avLst>
              <a:gd name="adj1" fmla="val 50029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2" name="椭圆 171"/>
          <p:cNvSpPr/>
          <p:nvPr/>
        </p:nvSpPr>
        <p:spPr>
          <a:xfrm>
            <a:off x="10471150" y="1165225"/>
            <a:ext cx="313690" cy="31813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A</a:t>
            </a:r>
            <a:endParaRPr lang="en-US" altLang="zh-CN" b="1">
              <a:solidFill>
                <a:schemeClr val="tx1"/>
              </a:solidFill>
            </a:endParaRPr>
          </a:p>
        </p:txBody>
      </p:sp>
      <p:cxnSp>
        <p:nvCxnSpPr>
          <p:cNvPr id="173" name="直接箭头连接符 172"/>
          <p:cNvCxnSpPr/>
          <p:nvPr/>
        </p:nvCxnSpPr>
        <p:spPr>
          <a:xfrm>
            <a:off x="10621010" y="913765"/>
            <a:ext cx="5080" cy="24384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10627995" y="1483360"/>
            <a:ext cx="1905" cy="154305"/>
          </a:xfrm>
          <a:prstGeom prst="line">
            <a:avLst/>
          </a:prstGeom>
          <a:ln w="28575" cmpd="sng">
            <a:solidFill>
              <a:srgbClr val="325395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 flipV="1">
            <a:off x="10331450" y="-208280"/>
            <a:ext cx="0" cy="308610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H="1" flipV="1">
            <a:off x="10335260" y="-43815"/>
            <a:ext cx="790575" cy="5715"/>
          </a:xfrm>
          <a:prstGeom prst="line">
            <a:avLst/>
          </a:prstGeom>
          <a:ln>
            <a:solidFill>
              <a:schemeClr val="tx1">
                <a:alpha val="18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58755" y="-1314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0509885" y="-12001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0681970" y="-12001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10840720" y="-12001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10208260" y="-131445"/>
            <a:ext cx="247015" cy="164465"/>
          </a:xfrm>
          <a:prstGeom prst="line">
            <a:avLst/>
          </a:prstGeom>
          <a:ln>
            <a:solidFill>
              <a:schemeClr val="tx1">
                <a:alpha val="13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 rot="0">
            <a:off x="10438130" y="3269615"/>
            <a:ext cx="337820" cy="655955"/>
            <a:chOff x="12257" y="3499"/>
            <a:chExt cx="532" cy="968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2257" y="3499"/>
              <a:ext cx="532" cy="557"/>
              <a:chOff x="6825" y="5476"/>
              <a:chExt cx="532" cy="557"/>
            </a:xfrm>
          </p:grpSpPr>
          <p:sp>
            <p:nvSpPr>
              <p:cNvPr id="174" name="椭圆 173"/>
              <p:cNvSpPr/>
              <p:nvPr/>
            </p:nvSpPr>
            <p:spPr>
              <a:xfrm>
                <a:off x="6863" y="5532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76" name="文本框 1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25" y="5476"/>
                    <a:ext cx="312" cy="543"/>
                  </a:xfrm>
                  <a:prstGeom prst="rect">
                    <a:avLst/>
                  </a:prstGeom>
                  <a:blipFill rotWithShape="1">
                    <a:blip r:embed="rId3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62" name="直接箭头连接符 61"/>
            <p:cNvCxnSpPr/>
            <p:nvPr/>
          </p:nvCxnSpPr>
          <p:spPr>
            <a:xfrm>
              <a:off x="12534" y="4066"/>
              <a:ext cx="4" cy="401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63" name="肘形连接符 62"/>
          <p:cNvCxnSpPr/>
          <p:nvPr/>
        </p:nvCxnSpPr>
        <p:spPr>
          <a:xfrm flipV="1">
            <a:off x="11294110" y="-51435"/>
            <a:ext cx="3175" cy="4960620"/>
          </a:xfrm>
          <a:prstGeom prst="bentConnector3">
            <a:avLst>
              <a:gd name="adj1" fmla="val 23800000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 rot="5400000">
            <a:off x="11021695" y="1679575"/>
            <a:ext cx="2374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Iterative refinement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5231130" y="-1428115"/>
            <a:ext cx="28428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Noisy initial responses</a:t>
            </a:r>
            <a:endParaRPr lang="en-US" altLang="zh-CN" b="1"/>
          </a:p>
        </p:txBody>
      </p:sp>
      <p:sp>
        <p:nvSpPr>
          <p:cNvPr id="55" name="圆角矩形 54"/>
          <p:cNvSpPr/>
          <p:nvPr/>
        </p:nvSpPr>
        <p:spPr>
          <a:xfrm>
            <a:off x="1804670" y="4377690"/>
            <a:ext cx="7052945" cy="301752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4913630" y="4443730"/>
            <a:ext cx="2444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/>
              <a:t>Soft-RPF</a:t>
            </a:r>
            <a:endParaRPr lang="en-US" altLang="zh-CN" b="1"/>
          </a:p>
        </p:txBody>
      </p:sp>
      <p:grpSp>
        <p:nvGrpSpPr>
          <p:cNvPr id="248" name="组合 247"/>
          <p:cNvGrpSpPr/>
          <p:nvPr/>
        </p:nvGrpSpPr>
        <p:grpSpPr>
          <a:xfrm rot="0">
            <a:off x="8860155" y="3943985"/>
            <a:ext cx="496570" cy="2513965"/>
            <a:chOff x="9622" y="4599"/>
            <a:chExt cx="782" cy="3959"/>
          </a:xfrm>
        </p:grpSpPr>
        <p:sp>
          <p:nvSpPr>
            <p:cNvPr id="138" name="流程图: 决策 137"/>
            <p:cNvSpPr/>
            <p:nvPr/>
          </p:nvSpPr>
          <p:spPr>
            <a:xfrm rot="5400000">
              <a:off x="9112" y="6239"/>
              <a:ext cx="1801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054" y="6337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054" y="6337"/>
                  <a:ext cx="3959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本框 147"/>
              <p:cNvSpPr txBox="1"/>
              <p:nvPr/>
            </p:nvSpPr>
            <p:spPr>
              <a:xfrm>
                <a:off x="8184515" y="4789805"/>
                <a:ext cx="581660" cy="306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ℎ𝑎𝑟𝑑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8" name="文本框 1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4515" y="4789805"/>
                <a:ext cx="581660" cy="306705"/>
              </a:xfrm>
              <a:prstGeom prst="rect">
                <a:avLst/>
              </a:prstGeom>
              <a:blipFill rotWithShape="1"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组合 40"/>
          <p:cNvGrpSpPr/>
          <p:nvPr/>
        </p:nvGrpSpPr>
        <p:grpSpPr>
          <a:xfrm rot="0">
            <a:off x="9792335" y="1501775"/>
            <a:ext cx="2106295" cy="1544955"/>
            <a:chOff x="15175" y="6411"/>
            <a:chExt cx="3317" cy="2433"/>
          </a:xfrm>
        </p:grpSpPr>
        <p:pic>
          <p:nvPicPr>
            <p:cNvPr id="24" name="图片 23"/>
            <p:cNvPicPr/>
            <p:nvPr/>
          </p:nvPicPr>
          <p:blipFill>
            <a:blip r:embed="rId11"/>
            <a:srcRect t="8111" b="8556"/>
            <a:stretch>
              <a:fillRect/>
            </a:stretch>
          </p:blipFill>
          <p:spPr>
            <a:xfrm>
              <a:off x="15231" y="6699"/>
              <a:ext cx="3170" cy="2073"/>
            </a:xfrm>
            <a:prstGeom prst="rect">
              <a:avLst/>
            </a:prstGeom>
          </p:spPr>
        </p:pic>
        <p:cxnSp>
          <p:nvCxnSpPr>
            <p:cNvPr id="36" name="直接连接符 35"/>
            <p:cNvCxnSpPr/>
            <p:nvPr/>
          </p:nvCxnSpPr>
          <p:spPr>
            <a:xfrm>
              <a:off x="16497" y="6411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7" name="图片 36"/>
            <p:cNvPicPr/>
            <p:nvPr/>
          </p:nvPicPr>
          <p:blipFill>
            <a:blip r:embed="rId42">
              <a:alphaModFix amt="80000"/>
            </a:blip>
            <a:stretch>
              <a:fillRect/>
            </a:stretch>
          </p:blipFill>
          <p:spPr>
            <a:xfrm>
              <a:off x="15322" y="6654"/>
              <a:ext cx="3170" cy="2092"/>
            </a:xfrm>
            <a:prstGeom prst="rect">
              <a:avLst/>
            </a:prstGeom>
          </p:spPr>
        </p:pic>
        <p:pic>
          <p:nvPicPr>
            <p:cNvPr id="17" name="图片 16"/>
            <p:cNvPicPr/>
            <p:nvPr/>
          </p:nvPicPr>
          <p:blipFill>
            <a:blip r:embed="rId10">
              <a:alphaModFix amt="21000"/>
            </a:blip>
            <a:srcRect l="6471" t="-1544" r="6552" b="1544"/>
            <a:stretch>
              <a:fillRect/>
            </a:stretch>
          </p:blipFill>
          <p:spPr>
            <a:xfrm>
              <a:off x="15175" y="6772"/>
              <a:ext cx="3226" cy="2072"/>
            </a:xfrm>
            <a:prstGeom prst="rect">
              <a:avLst/>
            </a:prstGeom>
          </p:spPr>
        </p:pic>
      </p:grpSp>
      <p:sp>
        <p:nvSpPr>
          <p:cNvPr id="130" name="椭圆 129"/>
          <p:cNvSpPr/>
          <p:nvPr/>
        </p:nvSpPr>
        <p:spPr>
          <a:xfrm rot="18900000">
            <a:off x="8427720" y="513016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8" name="组合 187"/>
          <p:cNvGrpSpPr/>
          <p:nvPr/>
        </p:nvGrpSpPr>
        <p:grpSpPr>
          <a:xfrm rot="18900000">
            <a:off x="6882765" y="5841365"/>
            <a:ext cx="349250" cy="349250"/>
            <a:chOff x="7252" y="7856"/>
            <a:chExt cx="550" cy="550"/>
          </a:xfrm>
        </p:grpSpPr>
        <p:sp>
          <p:nvSpPr>
            <p:cNvPr id="189" name="椭圆 188"/>
            <p:cNvSpPr/>
            <p:nvPr/>
          </p:nvSpPr>
          <p:spPr>
            <a:xfrm rot="18900000">
              <a:off x="7252" y="7856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90" name="组合 189"/>
            <p:cNvGrpSpPr/>
            <p:nvPr/>
          </p:nvGrpSpPr>
          <p:grpSpPr>
            <a:xfrm>
              <a:off x="7333" y="7937"/>
              <a:ext cx="388" cy="388"/>
              <a:chOff x="7333" y="7937"/>
              <a:chExt cx="388" cy="388"/>
            </a:xfrm>
          </p:grpSpPr>
          <p:cxnSp>
            <p:nvCxnSpPr>
              <p:cNvPr id="191" name="直接连接符 190"/>
              <p:cNvCxnSpPr>
                <a:stCxn id="189" idx="0"/>
                <a:endCxn id="189" idx="4"/>
              </p:cNvCxnSpPr>
              <p:nvPr/>
            </p:nvCxnSpPr>
            <p:spPr>
              <a:xfrm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/>
              <p:cNvCxnSpPr/>
              <p:nvPr/>
            </p:nvCxnSpPr>
            <p:spPr>
              <a:xfrm flipV="1">
                <a:off x="7333" y="7937"/>
                <a:ext cx="388" cy="388"/>
              </a:xfrm>
              <a:prstGeom prst="line">
                <a:avLst/>
              </a:prstGeom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文本框 193"/>
              <p:cNvSpPr txBox="1"/>
              <p:nvPr/>
            </p:nvSpPr>
            <p:spPr>
              <a:xfrm>
                <a:off x="6266180" y="5679440"/>
                <a:ext cx="525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𝑚𝑖𝑥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4" name="文本框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180" y="5679440"/>
                <a:ext cx="525780" cy="368300"/>
              </a:xfrm>
              <a:prstGeom prst="rect">
                <a:avLst/>
              </a:prstGeom>
              <a:blipFill rotWithShape="1">
                <a:blip r:embed="rId43"/>
                <a:stretch>
                  <a:fillRect r="-14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6" name="圆角矩形 195"/>
          <p:cNvSpPr/>
          <p:nvPr/>
        </p:nvSpPr>
        <p:spPr>
          <a:xfrm>
            <a:off x="7492365" y="5196840"/>
            <a:ext cx="383540" cy="1638300"/>
          </a:xfrm>
          <a:prstGeom prst="roundRect">
            <a:avLst/>
          </a:prstGeom>
          <a:solidFill>
            <a:srgbClr val="C9E6BD"/>
          </a:solidFill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8" name="直接连接符 197"/>
          <p:cNvCxnSpPr/>
          <p:nvPr/>
        </p:nvCxnSpPr>
        <p:spPr>
          <a:xfrm>
            <a:off x="7499350" y="6317615"/>
            <a:ext cx="487045" cy="635"/>
          </a:xfrm>
          <a:prstGeom prst="line">
            <a:avLst/>
          </a:prstGeom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9" name="文本框 198"/>
          <p:cNvSpPr txBox="1"/>
          <p:nvPr/>
        </p:nvSpPr>
        <p:spPr>
          <a:xfrm rot="5400000">
            <a:off x="7307580" y="5659120"/>
            <a:ext cx="734695" cy="3473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hard</a:t>
            </a:r>
            <a:endParaRPr lang="en-US" altLang="zh-CN"/>
          </a:p>
        </p:txBody>
      </p:sp>
      <p:sp>
        <p:nvSpPr>
          <p:cNvPr id="200" name="文本框 199"/>
          <p:cNvSpPr txBox="1"/>
          <p:nvPr/>
        </p:nvSpPr>
        <p:spPr>
          <a:xfrm rot="5400000">
            <a:off x="7328535" y="6447790"/>
            <a:ext cx="6800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soft</a:t>
            </a:r>
            <a:endParaRPr lang="en-US" altLang="zh-CN"/>
          </a:p>
        </p:txBody>
      </p:sp>
      <p:cxnSp>
        <p:nvCxnSpPr>
          <p:cNvPr id="201" name="直接连接符 200"/>
          <p:cNvCxnSpPr/>
          <p:nvPr/>
        </p:nvCxnSpPr>
        <p:spPr>
          <a:xfrm>
            <a:off x="7823200" y="6834505"/>
            <a:ext cx="147320" cy="0"/>
          </a:xfrm>
          <a:prstGeom prst="line">
            <a:avLst/>
          </a:prstGeom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4" name="直接连接符 203"/>
          <p:cNvCxnSpPr/>
          <p:nvPr/>
        </p:nvCxnSpPr>
        <p:spPr>
          <a:xfrm>
            <a:off x="7823200" y="5198110"/>
            <a:ext cx="147320" cy="0"/>
          </a:xfrm>
          <a:prstGeom prst="line">
            <a:avLst/>
          </a:prstGeom>
          <a:ln w="28575" cmpd="sng">
            <a:solidFill>
              <a:srgbClr val="1B7B3C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文本框 205"/>
              <p:cNvSpPr txBox="1"/>
              <p:nvPr/>
            </p:nvSpPr>
            <p:spPr>
              <a:xfrm>
                <a:off x="7897495" y="666623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=0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6" name="文本框 20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7495" y="6666230"/>
                <a:ext cx="757555" cy="337185"/>
              </a:xfrm>
              <a:prstGeom prst="rect">
                <a:avLst/>
              </a:prstGeom>
              <a:blipFill rotWithShape="1"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7" name="文本框 206"/>
              <p:cNvSpPr txBox="1"/>
              <p:nvPr/>
            </p:nvSpPr>
            <p:spPr>
              <a:xfrm>
                <a:off x="7870825" y="5064760"/>
                <a:ext cx="757555" cy="337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m:t>𝜆</m:t>
                    </m:r>
                  </m:oMath>
                </a14:m>
                <a:r>
                  <a: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rPr>
                  <a:t>=1</a:t>
                </a:r>
                <a:endParaRPr lang="en-US" altLang="zh-CN" sz="1600" i="1"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7" name="文本框 2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0825" y="5064760"/>
                <a:ext cx="757555" cy="337185"/>
              </a:xfrm>
              <a:prstGeom prst="rect">
                <a:avLst/>
              </a:prstGeom>
              <a:blipFill rotWithShape="1"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椭圆 135"/>
          <p:cNvSpPr/>
          <p:nvPr/>
        </p:nvSpPr>
        <p:spPr>
          <a:xfrm rot="18900000">
            <a:off x="8427720" y="6739255"/>
            <a:ext cx="187960" cy="187960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本框 136"/>
              <p:cNvSpPr txBox="1"/>
              <p:nvPr/>
            </p:nvSpPr>
            <p:spPr>
              <a:xfrm>
                <a:off x="8801735" y="6546850"/>
                <a:ext cx="581660" cy="294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zh-CN" sz="14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𝑠𝑜𝑓𝑡</m:t>
                          </m:r>
                        </m:sub>
                      </m:sSub>
                    </m:oMath>
                  </m:oMathPara>
                </a14:m>
                <a:endParaRPr lang="en-US" altLang="zh-CN" sz="1400" i="1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37" name="文本框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735" y="6546850"/>
                <a:ext cx="581660" cy="294640"/>
              </a:xfrm>
              <a:prstGeom prst="rect">
                <a:avLst/>
              </a:prstGeom>
              <a:blipFill rotWithShape="1"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1" name="肘形连接符 140"/>
          <p:cNvCxnSpPr>
            <a:stCxn id="251" idx="1"/>
          </p:cNvCxnSpPr>
          <p:nvPr/>
        </p:nvCxnSpPr>
        <p:spPr>
          <a:xfrm rot="10800000" flipV="1">
            <a:off x="7057390" y="5419090"/>
            <a:ext cx="443230" cy="421640"/>
          </a:xfrm>
          <a:prstGeom prst="bentConnector3">
            <a:avLst>
              <a:gd name="adj1" fmla="val 100000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1" name="肘形连接符 180"/>
          <p:cNvCxnSpPr/>
          <p:nvPr/>
        </p:nvCxnSpPr>
        <p:spPr>
          <a:xfrm rot="10800000">
            <a:off x="7056755" y="6189980"/>
            <a:ext cx="450215" cy="417830"/>
          </a:xfrm>
          <a:prstGeom prst="bentConnector3">
            <a:avLst>
              <a:gd name="adj1" fmla="val 100141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50" name="组合 149"/>
          <p:cNvGrpSpPr/>
          <p:nvPr/>
        </p:nvGrpSpPr>
        <p:grpSpPr>
          <a:xfrm rot="0">
            <a:off x="5669915" y="5196840"/>
            <a:ext cx="627380" cy="1871980"/>
            <a:chOff x="4358" y="6586"/>
            <a:chExt cx="988" cy="2948"/>
          </a:xfrm>
        </p:grpSpPr>
        <p:sp>
          <p:nvSpPr>
            <p:cNvPr id="203" name="圆角矩形 202"/>
            <p:cNvSpPr/>
            <p:nvPr/>
          </p:nvSpPr>
          <p:spPr>
            <a:xfrm>
              <a:off x="4549" y="6586"/>
              <a:ext cx="797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05" name="文本框 204"/>
            <p:cNvSpPr txBox="1"/>
            <p:nvPr/>
          </p:nvSpPr>
          <p:spPr>
            <a:xfrm rot="5400000">
              <a:off x="3561" y="7749"/>
              <a:ext cx="2582" cy="9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Feedback          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    </a:t>
              </a:r>
              <a:r>
                <a:rPr lang="en-US" altLang="zh-CN"/>
                <a:t>gate</a:t>
              </a:r>
              <a:endParaRPr lang="en-US" altLang="zh-CN"/>
            </a:p>
          </p:txBody>
        </p:sp>
      </p:grpSp>
      <p:cxnSp>
        <p:nvCxnSpPr>
          <p:cNvPr id="69" name="直接箭头连接符 68"/>
          <p:cNvCxnSpPr/>
          <p:nvPr/>
        </p:nvCxnSpPr>
        <p:spPr>
          <a:xfrm flipH="1">
            <a:off x="10619105" y="3048635"/>
            <a:ext cx="1905" cy="2349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8" name="直接箭头连接符 127"/>
          <p:cNvCxnSpPr>
            <a:stCxn id="138" idx="2"/>
          </p:cNvCxnSpPr>
          <p:nvPr/>
        </p:nvCxnSpPr>
        <p:spPr>
          <a:xfrm flipH="1">
            <a:off x="8629015" y="5234305"/>
            <a:ext cx="231140" cy="381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1" name="肘形连接符 130"/>
          <p:cNvCxnSpPr/>
          <p:nvPr/>
        </p:nvCxnSpPr>
        <p:spPr>
          <a:xfrm rot="10800000">
            <a:off x="9354820" y="5231130"/>
            <a:ext cx="1419225" cy="636270"/>
          </a:xfrm>
          <a:prstGeom prst="bentConnector3">
            <a:avLst>
              <a:gd name="adj1" fmla="val 72214"/>
            </a:avLst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2" name="文本框 131"/>
              <p:cNvSpPr txBox="1"/>
              <p:nvPr/>
            </p:nvSpPr>
            <p:spPr>
              <a:xfrm>
                <a:off x="5144135" y="5170170"/>
                <a:ext cx="49657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32" name="文本框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135" y="5170170"/>
                <a:ext cx="496570" cy="368300"/>
              </a:xfrm>
              <a:prstGeom prst="rect">
                <a:avLst/>
              </a:prstGeom>
              <a:blipFill rotWithShape="1"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组合 183"/>
          <p:cNvGrpSpPr/>
          <p:nvPr/>
        </p:nvGrpSpPr>
        <p:grpSpPr>
          <a:xfrm rot="0">
            <a:off x="5210175" y="5840730"/>
            <a:ext cx="349250" cy="350520"/>
            <a:chOff x="12466" y="6854"/>
            <a:chExt cx="550" cy="550"/>
          </a:xfrm>
        </p:grpSpPr>
        <p:sp>
          <p:nvSpPr>
            <p:cNvPr id="149" name="椭圆 148"/>
            <p:cNvSpPr/>
            <p:nvPr/>
          </p:nvSpPr>
          <p:spPr>
            <a:xfrm rot="18900000">
              <a:off x="12466" y="6854"/>
              <a:ext cx="550" cy="550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/>
          </p:nvSpPr>
          <p:spPr>
            <a:xfrm>
              <a:off x="12682" y="7062"/>
              <a:ext cx="120" cy="12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42" name="直接箭头连接符 141"/>
          <p:cNvCxnSpPr/>
          <p:nvPr/>
        </p:nvCxnSpPr>
        <p:spPr>
          <a:xfrm flipH="1">
            <a:off x="5384800" y="5473065"/>
            <a:ext cx="2540" cy="36830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5" name="直接箭头连接符 144"/>
          <p:cNvCxnSpPr/>
          <p:nvPr/>
        </p:nvCxnSpPr>
        <p:spPr>
          <a:xfrm flipH="1">
            <a:off x="5566410" y="6017895"/>
            <a:ext cx="213360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H="1">
            <a:off x="4963160" y="6019165"/>
            <a:ext cx="232410" cy="5080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4" name="直接箭头连接符 223"/>
          <p:cNvCxnSpPr>
            <a:stCxn id="232" idx="2"/>
          </p:cNvCxnSpPr>
          <p:nvPr/>
        </p:nvCxnSpPr>
        <p:spPr>
          <a:xfrm flipH="1">
            <a:off x="6525895" y="2080895"/>
            <a:ext cx="635" cy="280670"/>
          </a:xfrm>
          <a:prstGeom prst="straightConnector1">
            <a:avLst/>
          </a:prstGeom>
          <a:ln w="28575" cmpd="sng">
            <a:solidFill>
              <a:srgbClr val="325395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1" name="直接箭头连接符 170"/>
          <p:cNvCxnSpPr/>
          <p:nvPr/>
        </p:nvCxnSpPr>
        <p:spPr>
          <a:xfrm flipH="1">
            <a:off x="6305550" y="6013450"/>
            <a:ext cx="562610" cy="190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9" name="直接箭头连接符 208"/>
          <p:cNvCxnSpPr/>
          <p:nvPr/>
        </p:nvCxnSpPr>
        <p:spPr>
          <a:xfrm flipH="1" flipV="1">
            <a:off x="3039110" y="6019800"/>
            <a:ext cx="227330" cy="444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7" name="组合 46"/>
          <p:cNvGrpSpPr/>
          <p:nvPr/>
        </p:nvGrpSpPr>
        <p:grpSpPr>
          <a:xfrm rot="0">
            <a:off x="1934845" y="5528310"/>
            <a:ext cx="1090930" cy="1210310"/>
            <a:chOff x="528" y="6900"/>
            <a:chExt cx="1718" cy="1906"/>
          </a:xfrm>
        </p:grpSpPr>
        <p:grpSp>
          <p:nvGrpSpPr>
            <p:cNvPr id="214" name="组合 213"/>
            <p:cNvGrpSpPr/>
            <p:nvPr/>
          </p:nvGrpSpPr>
          <p:grpSpPr>
            <a:xfrm>
              <a:off x="666" y="6978"/>
              <a:ext cx="1581" cy="1828"/>
              <a:chOff x="665" y="7503"/>
              <a:chExt cx="1581" cy="1264"/>
            </a:xfrm>
          </p:grpSpPr>
          <p:sp>
            <p:nvSpPr>
              <p:cNvPr id="211" name="圆角矩形 210"/>
              <p:cNvSpPr/>
              <p:nvPr/>
            </p:nvSpPr>
            <p:spPr>
              <a:xfrm>
                <a:off x="665" y="7503"/>
                <a:ext cx="1581" cy="968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13" name="文本框 212"/>
              <p:cNvSpPr txBox="1"/>
              <p:nvPr/>
            </p:nvSpPr>
            <p:spPr>
              <a:xfrm>
                <a:off x="733" y="7751"/>
                <a:ext cx="1513" cy="10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purified</a:t>
                </a:r>
                <a:endParaRPr lang="en-US" altLang="zh-CN"/>
              </a:p>
              <a:p>
                <a:r>
                  <a:rPr lang="en-US" altLang="zh-CN"/>
                  <a:t>support</a:t>
                </a:r>
                <a:endParaRPr lang="en-US" altLang="zh-CN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2" name="文本框 211"/>
                <p:cNvSpPr txBox="1"/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        </m:t>
                            </m:r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212" name="文本框 2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" y="6900"/>
                  <a:ext cx="1207" cy="580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33" name="图片 132" descr="c32b408fb985c049bf0a5cbf1e313936"/>
          <p:cNvPicPr>
            <a:picLocks noChangeAspect="1"/>
          </p:cNvPicPr>
          <p:nvPr/>
        </p:nvPicPr>
        <p:blipFill>
          <a:blip r:embed="rId49"/>
          <a:srcRect r="7816"/>
          <a:stretch>
            <a:fillRect/>
          </a:stretch>
        </p:blipFill>
        <p:spPr>
          <a:xfrm>
            <a:off x="3116580" y="4662170"/>
            <a:ext cx="1896110" cy="2545715"/>
          </a:xfrm>
          <a:prstGeom prst="rect">
            <a:avLst/>
          </a:prstGeom>
        </p:spPr>
      </p:pic>
      <p:sp>
        <p:nvSpPr>
          <p:cNvPr id="135" name="文本框 134"/>
          <p:cNvSpPr txBox="1"/>
          <p:nvPr/>
        </p:nvSpPr>
        <p:spPr>
          <a:xfrm>
            <a:off x="9340850" y="-368300"/>
            <a:ext cx="16275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/>
              <a:t>safe init</a:t>
            </a:r>
            <a:endParaRPr lang="en-US" altLang="zh-CN" sz="1600"/>
          </a:p>
        </p:txBody>
      </p:sp>
      <p:sp>
        <p:nvSpPr>
          <p:cNvPr id="70" name="圆角矩形 69"/>
          <p:cNvSpPr/>
          <p:nvPr/>
        </p:nvSpPr>
        <p:spPr>
          <a:xfrm>
            <a:off x="9776460" y="3924935"/>
            <a:ext cx="2060575" cy="592455"/>
          </a:xfrm>
          <a:prstGeom prst="roundRect">
            <a:avLst/>
          </a:prstGeom>
          <a:solidFill>
            <a:srgbClr val="F8CDAC"/>
          </a:solidFill>
          <a:ln w="28575" cmpd="sng">
            <a:solidFill>
              <a:srgbClr val="BF6122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RTG-TopK</a:t>
            </a:r>
            <a:endParaRPr lang="en-US" altLang="zh-CN" b="1">
              <a:solidFill>
                <a:schemeClr val="tx1"/>
              </a:solidFill>
            </a:endParaRPr>
          </a:p>
          <a:p>
            <a:pPr algn="ctr"/>
            <a:endParaRPr lang="en-US" altLang="zh-CN" sz="1400">
              <a:solidFill>
                <a:schemeClr val="tx1"/>
              </a:solidFill>
            </a:endParaRPr>
          </a:p>
        </p:txBody>
      </p:sp>
      <p:cxnSp>
        <p:nvCxnSpPr>
          <p:cNvPr id="146" name="直接箭头连接符 145"/>
          <p:cNvCxnSpPr/>
          <p:nvPr/>
        </p:nvCxnSpPr>
        <p:spPr>
          <a:xfrm flipH="1">
            <a:off x="10115550" y="3605530"/>
            <a:ext cx="6350" cy="31115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本框 146"/>
              <p:cNvSpPr txBox="1"/>
              <p:nvPr/>
            </p:nvSpPr>
            <p:spPr>
              <a:xfrm>
                <a:off x="9789160" y="329184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7" name="文本框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9160" y="3291840"/>
                <a:ext cx="66929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0" name="直接箭头连接符 289"/>
          <p:cNvCxnSpPr/>
          <p:nvPr/>
        </p:nvCxnSpPr>
        <p:spPr>
          <a:xfrm>
            <a:off x="11290300" y="4522470"/>
            <a:ext cx="635" cy="99441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本框 290"/>
              <p:cNvSpPr txBox="1"/>
              <p:nvPr/>
            </p:nvSpPr>
            <p:spPr>
              <a:xfrm>
                <a:off x="11253470" y="-31115"/>
                <a:ext cx="843915" cy="382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𝒇𝒊𝒏𝒂𝒍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291" name="文本框 2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3470" y="-31115"/>
                <a:ext cx="843915" cy="382905"/>
              </a:xfrm>
              <a:prstGeom prst="rect">
                <a:avLst/>
              </a:prstGeom>
              <a:blipFill rotWithShape="1"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5" name="文本框 294"/>
          <p:cNvSpPr txBox="1"/>
          <p:nvPr/>
        </p:nvSpPr>
        <p:spPr>
          <a:xfrm>
            <a:off x="9754870" y="4179570"/>
            <a:ext cx="24142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ym typeface="+mn-ea"/>
              </a:rPr>
              <a:t>(gate: conf + drift+mass)</a:t>
            </a:r>
            <a:endParaRPr lang="en-US" altLang="zh-CN" sz="1400">
              <a:solidFill>
                <a:schemeClr val="tx1"/>
              </a:solidFill>
            </a:endParaRPr>
          </a:p>
          <a:p>
            <a:endParaRPr lang="en-US" altLang="zh-CN" sz="1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文本框 304"/>
              <p:cNvSpPr txBox="1"/>
              <p:nvPr/>
            </p:nvSpPr>
            <p:spPr>
              <a:xfrm>
                <a:off x="10756900" y="4909185"/>
                <a:ext cx="76200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𝑷</m:t>
                          </m:r>
                        </m:e>
                        <m:sup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305" name="文本框 3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6900" y="4909185"/>
                <a:ext cx="762000" cy="368300"/>
              </a:xfrm>
              <a:prstGeom prst="rect">
                <a:avLst/>
              </a:prstGeom>
              <a:blipFill rotWithShape="1"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圆角矩形 53"/>
          <p:cNvSpPr/>
          <p:nvPr/>
        </p:nvSpPr>
        <p:spPr>
          <a:xfrm>
            <a:off x="765175" y="4377690"/>
            <a:ext cx="941705" cy="3017520"/>
          </a:xfrm>
          <a:prstGeom prst="roundRect">
            <a:avLst/>
          </a:prstGeom>
          <a:solidFill>
            <a:srgbClr val="9DC3E6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1296670" y="5213350"/>
            <a:ext cx="457200" cy="1238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/>
              <a:t>A</a:t>
            </a:r>
            <a:endParaRPr lang="en-US" altLang="zh-CN" b="1"/>
          </a:p>
          <a:p>
            <a:r>
              <a:rPr lang="en-US" altLang="zh-CN" b="1"/>
              <a:t>C</a:t>
            </a:r>
            <a:br>
              <a:rPr lang="en-US" altLang="zh-CN" b="1"/>
            </a:br>
            <a:r>
              <a:rPr lang="en-US" altLang="zh-CN" b="1"/>
              <a:t>R</a:t>
            </a:r>
            <a:br>
              <a:rPr lang="en-US" altLang="zh-CN" b="1"/>
            </a:br>
            <a:r>
              <a:rPr lang="en-US" altLang="zh-CN" b="1"/>
              <a:t>E</a:t>
            </a:r>
            <a:endParaRPr lang="en-US" altLang="zh-CN" b="1"/>
          </a:p>
          <a:p>
            <a:endParaRPr lang="en-US" altLang="zh-CN" b="1"/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1706880" y="602234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0" name="图片 139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0007600" y="4812030"/>
            <a:ext cx="925830" cy="596265"/>
          </a:xfrm>
          <a:prstGeom prst="rect">
            <a:avLst/>
          </a:prstGeom>
        </p:spPr>
      </p:pic>
      <p:grpSp>
        <p:nvGrpSpPr>
          <p:cNvPr id="144" name="组合 143"/>
          <p:cNvGrpSpPr/>
          <p:nvPr/>
        </p:nvGrpSpPr>
        <p:grpSpPr>
          <a:xfrm rot="0">
            <a:off x="10756900" y="4900930"/>
            <a:ext cx="1598295" cy="1320800"/>
            <a:chOff x="18712" y="6124"/>
            <a:chExt cx="2517" cy="2080"/>
          </a:xfrm>
        </p:grpSpPr>
        <p:grpSp>
          <p:nvGrpSpPr>
            <p:cNvPr id="152" name="组合 151"/>
            <p:cNvGrpSpPr/>
            <p:nvPr/>
          </p:nvGrpSpPr>
          <p:grpSpPr>
            <a:xfrm>
              <a:off x="18712" y="7128"/>
              <a:ext cx="2517" cy="1076"/>
              <a:chOff x="17726" y="7128"/>
              <a:chExt cx="2517" cy="1076"/>
            </a:xfrm>
          </p:grpSpPr>
          <p:sp>
            <p:nvSpPr>
              <p:cNvPr id="175" name="圆角矩形 174"/>
              <p:cNvSpPr/>
              <p:nvPr/>
            </p:nvSpPr>
            <p:spPr>
              <a:xfrm>
                <a:off x="17751" y="7141"/>
                <a:ext cx="1776" cy="106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179" name="文本框 178"/>
              <p:cNvSpPr txBox="1"/>
              <p:nvPr/>
            </p:nvSpPr>
            <p:spPr>
              <a:xfrm>
                <a:off x="17726" y="7128"/>
                <a:ext cx="251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Score Head</a:t>
                </a:r>
                <a:endParaRPr lang="en-US" altLang="zh-CN" sz="1400" b="1"/>
              </a:p>
            </p:txBody>
          </p:sp>
        </p:grpSp>
        <p:grpSp>
          <p:nvGrpSpPr>
            <p:cNvPr id="180" name="组合 179"/>
            <p:cNvGrpSpPr/>
            <p:nvPr/>
          </p:nvGrpSpPr>
          <p:grpSpPr>
            <a:xfrm>
              <a:off x="19639" y="6124"/>
              <a:ext cx="1054" cy="972"/>
              <a:chOff x="19991" y="6124"/>
              <a:chExt cx="1054" cy="972"/>
            </a:xfrm>
          </p:grpSpPr>
          <p:cxnSp>
            <p:nvCxnSpPr>
              <p:cNvPr id="185" name="直接箭头连接符 184"/>
              <p:cNvCxnSpPr/>
              <p:nvPr/>
            </p:nvCxnSpPr>
            <p:spPr>
              <a:xfrm flipH="1">
                <a:off x="20505" y="6606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6" name="文本框 185"/>
                  <p:cNvSpPr txBox="1"/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86" name="文本框 18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1" y="6124"/>
                    <a:ext cx="1054" cy="580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本框 186"/>
              <p:cNvSpPr txBox="1"/>
              <p:nvPr/>
            </p:nvSpPr>
            <p:spPr>
              <a:xfrm>
                <a:off x="10965815" y="5758180"/>
                <a:ext cx="74739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zh-CN" altLang="en-US" b="1"/>
              </a:p>
            </p:txBody>
          </p:sp>
        </mc:Choice>
        <mc:Fallback>
          <p:sp>
            <p:nvSpPr>
              <p:cNvPr id="187" name="文本框 1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5815" y="5758180"/>
                <a:ext cx="747395" cy="368300"/>
              </a:xfrm>
              <a:prstGeom prst="rect">
                <a:avLst/>
              </a:prstGeom>
              <a:blipFill rotWithShape="1"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直接连接符 201"/>
          <p:cNvCxnSpPr/>
          <p:nvPr/>
        </p:nvCxnSpPr>
        <p:spPr>
          <a:xfrm flipV="1">
            <a:off x="10007600" y="4517390"/>
            <a:ext cx="427990" cy="29845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H="1" flipV="1">
            <a:off x="10784840" y="4517390"/>
            <a:ext cx="142240" cy="295910"/>
          </a:xfrm>
          <a:prstGeom prst="line">
            <a:avLst/>
          </a:prstGeom>
          <a:ln>
            <a:solidFill>
              <a:srgbClr val="BF61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6" name="文本框 215"/>
          <p:cNvSpPr txBox="1"/>
          <p:nvPr/>
        </p:nvSpPr>
        <p:spPr>
          <a:xfrm>
            <a:off x="1177290" y="6546850"/>
            <a:ext cx="8883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sym typeface="+mn-ea"/>
              </a:rPr>
              <a:t> 2nd pass</a:t>
            </a:r>
            <a:endParaRPr lang="en-US" altLang="zh-CN" sz="1400" b="1">
              <a:sym typeface="+mn-ea"/>
            </a:endParaRPr>
          </a:p>
        </p:txBody>
      </p:sp>
      <p:pic>
        <p:nvPicPr>
          <p:cNvPr id="219" name="图片 218"/>
          <p:cNvPicPr/>
          <p:nvPr/>
        </p:nvPicPr>
        <p:blipFill>
          <a:blip r:embed="rId55"/>
          <a:stretch>
            <a:fillRect/>
          </a:stretch>
        </p:blipFill>
        <p:spPr>
          <a:xfrm>
            <a:off x="3408680" y="3088640"/>
            <a:ext cx="1490345" cy="982980"/>
          </a:xfrm>
          <a:prstGeom prst="rect">
            <a:avLst/>
          </a:prstGeom>
        </p:spPr>
      </p:pic>
      <p:pic>
        <p:nvPicPr>
          <p:cNvPr id="220" name="图片 219"/>
          <p:cNvPicPr/>
          <p:nvPr/>
        </p:nvPicPr>
        <p:blipFill>
          <a:blip r:embed="rId56"/>
          <a:stretch>
            <a:fillRect/>
          </a:stretch>
        </p:blipFill>
        <p:spPr>
          <a:xfrm>
            <a:off x="4953635" y="3088640"/>
            <a:ext cx="1490345" cy="982980"/>
          </a:xfrm>
          <a:prstGeom prst="rect">
            <a:avLst/>
          </a:prstGeom>
        </p:spPr>
      </p:pic>
      <p:pic>
        <p:nvPicPr>
          <p:cNvPr id="221" name="图片 220"/>
          <p:cNvPicPr/>
          <p:nvPr/>
        </p:nvPicPr>
        <p:blipFill>
          <a:blip r:embed="rId57"/>
          <a:stretch>
            <a:fillRect/>
          </a:stretch>
        </p:blipFill>
        <p:spPr>
          <a:xfrm>
            <a:off x="6622415" y="3088640"/>
            <a:ext cx="1490345" cy="982980"/>
          </a:xfrm>
          <a:prstGeom prst="rect">
            <a:avLst/>
          </a:prstGeom>
        </p:spPr>
      </p:pic>
      <p:cxnSp>
        <p:nvCxnSpPr>
          <p:cNvPr id="225" name="直接连接符 224"/>
          <p:cNvCxnSpPr/>
          <p:nvPr/>
        </p:nvCxnSpPr>
        <p:spPr>
          <a:xfrm flipV="1">
            <a:off x="4474845" y="2729865"/>
            <a:ext cx="1492250" cy="2965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flipH="1" flipV="1">
            <a:off x="7003415" y="2731770"/>
            <a:ext cx="931545" cy="2946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6" name="组合 235"/>
          <p:cNvGrpSpPr/>
          <p:nvPr/>
        </p:nvGrpSpPr>
        <p:grpSpPr>
          <a:xfrm rot="0">
            <a:off x="5438775" y="2361565"/>
            <a:ext cx="2689860" cy="368300"/>
            <a:chOff x="4234" y="2121"/>
            <a:chExt cx="4236" cy="580"/>
          </a:xfrm>
        </p:grpSpPr>
        <p:sp>
          <p:nvSpPr>
            <p:cNvPr id="222" name="圆角矩形 221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4234" y="2154"/>
              <a:ext cx="423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/>
                <a:t>Conf-Gated Threshold</a:t>
              </a:r>
              <a:endParaRPr lang="en-US" altLang="zh-CN" sz="1400" b="1"/>
            </a:p>
          </p:txBody>
        </p:sp>
      </p:grpSp>
      <p:grpSp>
        <p:nvGrpSpPr>
          <p:cNvPr id="237" name="组合 236"/>
          <p:cNvGrpSpPr/>
          <p:nvPr/>
        </p:nvGrpSpPr>
        <p:grpSpPr>
          <a:xfrm rot="5400000">
            <a:off x="4445" y="5757545"/>
            <a:ext cx="2057400" cy="368300"/>
            <a:chOff x="4326" y="2121"/>
            <a:chExt cx="3240" cy="580"/>
          </a:xfrm>
        </p:grpSpPr>
        <p:sp>
          <p:nvSpPr>
            <p:cNvPr id="238" name="圆角矩形 237"/>
            <p:cNvSpPr/>
            <p:nvPr/>
          </p:nvSpPr>
          <p:spPr>
            <a:xfrm>
              <a:off x="4326" y="2121"/>
              <a:ext cx="3240" cy="580"/>
            </a:xfrm>
            <a:prstGeom prst="roundRect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altLang="zh-CN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9" name="文本框 238"/>
                <p:cNvSpPr txBox="1"/>
                <p:nvPr/>
              </p:nvSpPr>
              <p:spPr>
                <a:xfrm>
                  <a:off x="4810" y="2154"/>
                  <a:ext cx="2154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𝝉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𝟐</m:t>
                          </m:r>
                        </m:sub>
                      </m:sSub>
                    </m:oMath>
                  </a14:m>
                  <a:r>
                    <a:rPr lang="en-US" altLang="zh-CN" sz="1400" b="1"/>
                    <a:t> Threshold</a:t>
                  </a:r>
                  <a:endParaRPr lang="en-US" altLang="zh-CN" sz="1400" b="1"/>
                </a:p>
              </p:txBody>
            </p:sp>
          </mc:Choice>
          <mc:Fallback>
            <p:sp>
              <p:nvSpPr>
                <p:cNvPr id="239" name="文本框 2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0" y="2154"/>
                  <a:ext cx="2154" cy="483"/>
                </a:xfrm>
                <a:prstGeom prst="rect">
                  <a:avLst/>
                </a:prstGeom>
                <a:blipFill rotWithShape="1">
                  <a:blip r:embed="rId5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40" name="图片 239"/>
          <p:cNvPicPr/>
          <p:nvPr/>
        </p:nvPicPr>
        <p:blipFill>
          <a:blip r:embed="rId59"/>
          <a:stretch>
            <a:fillRect/>
          </a:stretch>
        </p:blipFill>
        <p:spPr>
          <a:xfrm>
            <a:off x="-1094105" y="6609080"/>
            <a:ext cx="1494155" cy="982980"/>
          </a:xfrm>
          <a:prstGeom prst="rect">
            <a:avLst/>
          </a:prstGeom>
        </p:spPr>
      </p:pic>
      <p:pic>
        <p:nvPicPr>
          <p:cNvPr id="241" name="图片 240"/>
          <p:cNvPicPr/>
          <p:nvPr/>
        </p:nvPicPr>
        <p:blipFill>
          <a:blip r:embed="rId60"/>
          <a:stretch>
            <a:fillRect/>
          </a:stretch>
        </p:blipFill>
        <p:spPr>
          <a:xfrm>
            <a:off x="-1094105" y="5471160"/>
            <a:ext cx="1494155" cy="982980"/>
          </a:xfrm>
          <a:prstGeom prst="rect">
            <a:avLst/>
          </a:prstGeom>
        </p:spPr>
      </p:pic>
      <p:pic>
        <p:nvPicPr>
          <p:cNvPr id="242" name="图片 241"/>
          <p:cNvPicPr/>
          <p:nvPr/>
        </p:nvPicPr>
        <p:blipFill>
          <a:blip r:embed="rId61"/>
          <a:stretch>
            <a:fillRect/>
          </a:stretch>
        </p:blipFill>
        <p:spPr>
          <a:xfrm>
            <a:off x="-1094105" y="4450715"/>
            <a:ext cx="1494155" cy="982980"/>
          </a:xfrm>
          <a:prstGeom prst="rect">
            <a:avLst/>
          </a:prstGeom>
        </p:spPr>
      </p:pic>
      <p:sp>
        <p:nvSpPr>
          <p:cNvPr id="243" name="圆角矩形 242"/>
          <p:cNvSpPr/>
          <p:nvPr/>
        </p:nvSpPr>
        <p:spPr>
          <a:xfrm>
            <a:off x="-1313815" y="4309745"/>
            <a:ext cx="10654665" cy="3404870"/>
          </a:xfrm>
          <a:prstGeom prst="roundRect">
            <a:avLst>
              <a:gd name="adj" fmla="val 7621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45" name="直接箭头连接符 244"/>
          <p:cNvCxnSpPr/>
          <p:nvPr/>
        </p:nvCxnSpPr>
        <p:spPr>
          <a:xfrm flipH="1">
            <a:off x="451485" y="602234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7" name="圆角矩形 246"/>
          <p:cNvSpPr/>
          <p:nvPr/>
        </p:nvSpPr>
        <p:spPr>
          <a:xfrm>
            <a:off x="-1137285" y="4420235"/>
            <a:ext cx="1588770" cy="3220085"/>
          </a:xfrm>
          <a:prstGeom prst="roundRect">
            <a:avLst>
              <a:gd name="adj" fmla="val 4636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50" name="曲线连接符 249"/>
          <p:cNvCxnSpPr/>
          <p:nvPr/>
        </p:nvCxnSpPr>
        <p:spPr>
          <a:xfrm rot="16200000" flipV="1">
            <a:off x="8127365" y="6366510"/>
            <a:ext cx="172720" cy="558165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3" name="文本框 252"/>
          <p:cNvSpPr txBox="1"/>
          <p:nvPr/>
        </p:nvSpPr>
        <p:spPr>
          <a:xfrm>
            <a:off x="8373745" y="4954905"/>
            <a:ext cx="285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cxnSp>
        <p:nvCxnSpPr>
          <p:cNvPr id="256" name="曲线连接符 255"/>
          <p:cNvCxnSpPr>
            <a:stCxn id="257" idx="2"/>
          </p:cNvCxnSpPr>
          <p:nvPr/>
        </p:nvCxnSpPr>
        <p:spPr>
          <a:xfrm rot="5400000">
            <a:off x="7992110" y="5228590"/>
            <a:ext cx="434975" cy="623570"/>
          </a:xfrm>
          <a:prstGeom prst="curvedConnector2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7" name="文本框 256"/>
          <p:cNvSpPr txBox="1"/>
          <p:nvPr/>
        </p:nvSpPr>
        <p:spPr>
          <a:xfrm>
            <a:off x="8318500" y="4954905"/>
            <a:ext cx="405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62"/>
            </p:custDataLst>
          </p:nvPr>
        </p:nvSpPr>
        <p:spPr>
          <a:xfrm>
            <a:off x="6346825" y="3350260"/>
            <a:ext cx="1108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...</a:t>
            </a:r>
            <a:endParaRPr lang="en-US" altLang="zh-CN"/>
          </a:p>
        </p:txBody>
      </p:sp>
      <p:grpSp>
        <p:nvGrpSpPr>
          <p:cNvPr id="230" name="组合 229"/>
          <p:cNvGrpSpPr/>
          <p:nvPr/>
        </p:nvGrpSpPr>
        <p:grpSpPr>
          <a:xfrm rot="0">
            <a:off x="9942195" y="6393815"/>
            <a:ext cx="2842895" cy="1160145"/>
            <a:chOff x="10806" y="8489"/>
            <a:chExt cx="4477" cy="1827"/>
          </a:xfrm>
        </p:grpSpPr>
        <p:grpSp>
          <p:nvGrpSpPr>
            <p:cNvPr id="227" name="组合 226"/>
            <p:cNvGrpSpPr/>
            <p:nvPr/>
          </p:nvGrpSpPr>
          <p:grpSpPr>
            <a:xfrm>
              <a:off x="11561" y="9057"/>
              <a:ext cx="1553" cy="1066"/>
              <a:chOff x="11470" y="8628"/>
              <a:chExt cx="1553" cy="1066"/>
            </a:xfrm>
          </p:grpSpPr>
          <p:pic>
            <p:nvPicPr>
              <p:cNvPr id="217" name="图片 216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470" y="8762"/>
                <a:ext cx="1420" cy="933"/>
              </a:xfrm>
              <a:prstGeom prst="rect">
                <a:avLst/>
              </a:prstGeom>
            </p:spPr>
          </p:pic>
          <p:pic>
            <p:nvPicPr>
              <p:cNvPr id="210" name="图片 20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39" y="8710"/>
                <a:ext cx="1414" cy="933"/>
              </a:xfrm>
              <a:prstGeom prst="rect">
                <a:avLst/>
              </a:prstGeom>
            </p:spPr>
          </p:pic>
          <p:pic>
            <p:nvPicPr>
              <p:cNvPr id="215" name="图片 21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609" y="8628"/>
                <a:ext cx="1414" cy="932"/>
              </a:xfrm>
              <a:prstGeom prst="rect">
                <a:avLst/>
              </a:prstGeom>
            </p:spPr>
          </p:pic>
        </p:grpSp>
        <p:sp>
          <p:nvSpPr>
            <p:cNvPr id="218" name="文本框 217"/>
            <p:cNvSpPr txBox="1"/>
            <p:nvPr/>
          </p:nvSpPr>
          <p:spPr>
            <a:xfrm>
              <a:off x="10806" y="8536"/>
              <a:ext cx="4477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Noisy initial responses</a:t>
              </a:r>
              <a:endParaRPr lang="en-US" altLang="zh-CN" b="1"/>
            </a:p>
          </p:txBody>
        </p:sp>
        <p:sp>
          <p:nvSpPr>
            <p:cNvPr id="226" name="矩形 225"/>
            <p:cNvSpPr/>
            <p:nvPr>
              <p:custDataLst>
                <p:tags r:id="rId63"/>
              </p:custDataLst>
            </p:nvPr>
          </p:nvSpPr>
          <p:spPr>
            <a:xfrm>
              <a:off x="10868" y="8489"/>
              <a:ext cx="2940" cy="182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31" name="直接箭头连接符 230"/>
          <p:cNvCxnSpPr>
            <a:endCxn id="136" idx="5"/>
          </p:cNvCxnSpPr>
          <p:nvPr/>
        </p:nvCxnSpPr>
        <p:spPr>
          <a:xfrm flipH="1" flipV="1">
            <a:off x="8615680" y="6833235"/>
            <a:ext cx="1368425" cy="3175"/>
          </a:xfrm>
          <a:prstGeom prst="straightConnector1">
            <a:avLst/>
          </a:prstGeom>
          <a:ln w="28575" cmpd="sng">
            <a:solidFill>
              <a:srgbClr val="00B050"/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3" name="文本框 192"/>
              <p:cNvSpPr txBox="1"/>
              <p:nvPr/>
            </p:nvSpPr>
            <p:spPr>
              <a:xfrm>
                <a:off x="1804670" y="5050790"/>
                <a:ext cx="66929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93" name="文本框 1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4670" y="5050790"/>
                <a:ext cx="669290" cy="368300"/>
              </a:xfrm>
              <a:prstGeom prst="rect">
                <a:avLst/>
              </a:prstGeom>
              <a:blipFill rotWithShape="1"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5" name="直接箭头连接符 194"/>
          <p:cNvCxnSpPr/>
          <p:nvPr/>
        </p:nvCxnSpPr>
        <p:spPr>
          <a:xfrm flipH="1">
            <a:off x="1706880" y="5207000"/>
            <a:ext cx="313690" cy="3175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4" name="直接连接符 133"/>
          <p:cNvCxnSpPr/>
          <p:nvPr/>
        </p:nvCxnSpPr>
        <p:spPr>
          <a:xfrm flipH="1">
            <a:off x="7806055" y="5973445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8" name="直接连接符 177"/>
          <p:cNvCxnSpPr/>
          <p:nvPr/>
        </p:nvCxnSpPr>
        <p:spPr>
          <a:xfrm flipH="1">
            <a:off x="7806055" y="581914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2" name="直接连接符 181"/>
          <p:cNvCxnSpPr/>
          <p:nvPr/>
        </p:nvCxnSpPr>
        <p:spPr>
          <a:xfrm flipH="1">
            <a:off x="7806055" y="565658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7" name="直接连接符 196"/>
          <p:cNvCxnSpPr/>
          <p:nvPr/>
        </p:nvCxnSpPr>
        <p:spPr>
          <a:xfrm flipH="1">
            <a:off x="7806055" y="551434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flipH="1">
            <a:off x="7806055" y="535686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flipH="1">
            <a:off x="7806055" y="666623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flipH="1">
            <a:off x="7806055" y="648843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6" name="直接连接符 245"/>
          <p:cNvCxnSpPr/>
          <p:nvPr/>
        </p:nvCxnSpPr>
        <p:spPr>
          <a:xfrm flipH="1">
            <a:off x="7806055" y="631571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9" name="直接连接符 248"/>
          <p:cNvCxnSpPr/>
          <p:nvPr/>
        </p:nvCxnSpPr>
        <p:spPr>
          <a:xfrm flipH="1">
            <a:off x="7806055" y="6145530"/>
            <a:ext cx="56515" cy="1270"/>
          </a:xfrm>
          <a:prstGeom prst="line">
            <a:avLst/>
          </a:prstGeom>
          <a:ln w="28575" cmpd="sng">
            <a:solidFill>
              <a:srgbClr val="1B7B3C">
                <a:alpha val="70000"/>
              </a:srgbClr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9" name="文本框 138"/>
          <p:cNvSpPr txBox="1"/>
          <p:nvPr/>
        </p:nvSpPr>
        <p:spPr>
          <a:xfrm>
            <a:off x="5741670" y="2843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  <p:custDataLst>
      <p:tags r:id="rId64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框架图最终版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" y="-391160"/>
            <a:ext cx="9924415" cy="6858000"/>
          </a:xfrm>
          <a:prstGeom prst="rect">
            <a:avLst/>
          </a:prstGeom>
        </p:spPr>
      </p:pic>
      <p:sp>
        <p:nvSpPr>
          <p:cNvPr id="129" name="文本框 128"/>
          <p:cNvSpPr txBox="1"/>
          <p:nvPr/>
        </p:nvSpPr>
        <p:spPr>
          <a:xfrm>
            <a:off x="9728835" y="2069148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200"/>
              <a:t>agreement</a:t>
            </a:r>
            <a:endParaRPr lang="en-US" altLang="zh-CN" sz="1200"/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对比图"/>
          <p:cNvPicPr>
            <a:picLocks noChangeAspect="1"/>
          </p:cNvPicPr>
          <p:nvPr/>
        </p:nvPicPr>
        <p:blipFill>
          <a:blip r:embed="rId1"/>
          <a:srcRect b="58074"/>
          <a:stretch>
            <a:fillRect/>
          </a:stretch>
        </p:blipFill>
        <p:spPr>
          <a:xfrm>
            <a:off x="0" y="812800"/>
            <a:ext cx="12192000" cy="1661795"/>
          </a:xfrm>
          <a:prstGeom prst="rect">
            <a:avLst/>
          </a:prstGeom>
        </p:spPr>
      </p:pic>
      <p:pic>
        <p:nvPicPr>
          <p:cNvPr id="30" name="图片 29" descr="对比图"/>
          <p:cNvPicPr>
            <a:picLocks noChangeAspect="1"/>
          </p:cNvPicPr>
          <p:nvPr/>
        </p:nvPicPr>
        <p:blipFill>
          <a:blip r:embed="rId1"/>
          <a:srcRect t="63537"/>
          <a:stretch>
            <a:fillRect/>
          </a:stretch>
        </p:blipFill>
        <p:spPr>
          <a:xfrm>
            <a:off x="-2540" y="3202305"/>
            <a:ext cx="12192000" cy="1445260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 rot="0">
            <a:off x="45720" y="2501900"/>
            <a:ext cx="12080240" cy="668020"/>
            <a:chOff x="74" y="4645"/>
            <a:chExt cx="19024" cy="1052"/>
          </a:xfrm>
        </p:grpSpPr>
        <p:pic>
          <p:nvPicPr>
            <p:cNvPr id="18" name="图片 17" descr="6FB9DCD2F264C4790125116A03C180CD"/>
            <p:cNvPicPr preferRelativeResize="0"/>
            <p:nvPr/>
          </p:nvPicPr>
          <p:blipFill>
            <a:blip r:embed="rId2"/>
            <a:stretch>
              <a:fillRect/>
            </a:stretch>
          </p:blipFill>
          <p:spPr>
            <a:xfrm>
              <a:off x="9950" y="4649"/>
              <a:ext cx="1485" cy="1026"/>
            </a:xfrm>
            <a:prstGeom prst="rect">
              <a:avLst/>
            </a:prstGeom>
          </p:spPr>
        </p:pic>
        <p:pic>
          <p:nvPicPr>
            <p:cNvPr id="19" name="图片 18" descr="50A26DDBAF9E762637B7F7A2419F129E"/>
            <p:cNvPicPr preferRelativeResize="0"/>
            <p:nvPr/>
          </p:nvPicPr>
          <p:blipFill>
            <a:blip r:embed="rId3"/>
            <a:stretch>
              <a:fillRect/>
            </a:stretch>
          </p:blipFill>
          <p:spPr>
            <a:xfrm>
              <a:off x="8405" y="4649"/>
              <a:ext cx="1485" cy="1026"/>
            </a:xfrm>
            <a:prstGeom prst="rect">
              <a:avLst/>
            </a:prstGeom>
          </p:spPr>
        </p:pic>
        <p:pic>
          <p:nvPicPr>
            <p:cNvPr id="21" name="图片 20" descr="63DAB6C06571E89AE56797CBD1B54A91"/>
            <p:cNvPicPr preferRelativeResize="0"/>
            <p:nvPr/>
          </p:nvPicPr>
          <p:blipFill>
            <a:blip r:embed="rId4"/>
            <a:stretch>
              <a:fillRect/>
            </a:stretch>
          </p:blipFill>
          <p:spPr>
            <a:xfrm>
              <a:off x="6751" y="4649"/>
              <a:ext cx="1605" cy="1026"/>
            </a:xfrm>
            <a:prstGeom prst="rect">
              <a:avLst/>
            </a:prstGeom>
          </p:spPr>
        </p:pic>
        <p:pic>
          <p:nvPicPr>
            <p:cNvPr id="22" name="图片 21" descr="5107D6798CF82B87C5661ED49003CEAD"/>
            <p:cNvPicPr preferRelativeResize="0"/>
            <p:nvPr/>
          </p:nvPicPr>
          <p:blipFill>
            <a:blip r:embed="rId5"/>
            <a:stretch>
              <a:fillRect/>
            </a:stretch>
          </p:blipFill>
          <p:spPr>
            <a:xfrm>
              <a:off x="17630" y="4649"/>
              <a:ext cx="1468" cy="1049"/>
            </a:xfrm>
            <a:prstGeom prst="rect">
              <a:avLst/>
            </a:prstGeom>
          </p:spPr>
        </p:pic>
        <p:pic>
          <p:nvPicPr>
            <p:cNvPr id="23" name="图片 22" descr="50676BE0830ED1D23A04F1CD28E83244"/>
            <p:cNvPicPr preferRelativeResize="0"/>
            <p:nvPr/>
          </p:nvPicPr>
          <p:blipFill>
            <a:blip r:embed="rId6"/>
            <a:stretch>
              <a:fillRect/>
            </a:stretch>
          </p:blipFill>
          <p:spPr>
            <a:xfrm>
              <a:off x="1698" y="4645"/>
              <a:ext cx="1585" cy="1026"/>
            </a:xfrm>
            <a:prstGeom prst="rect">
              <a:avLst/>
            </a:prstGeom>
          </p:spPr>
        </p:pic>
        <p:pic>
          <p:nvPicPr>
            <p:cNvPr id="24" name="图片 23" descr="A2EFCF8456F2AF22D0F0673DADB65369"/>
            <p:cNvPicPr preferRelativeResize="0"/>
            <p:nvPr/>
          </p:nvPicPr>
          <p:blipFill>
            <a:blip r:embed="rId7"/>
            <a:stretch>
              <a:fillRect/>
            </a:stretch>
          </p:blipFill>
          <p:spPr>
            <a:xfrm>
              <a:off x="14712" y="4649"/>
              <a:ext cx="1407" cy="1049"/>
            </a:xfrm>
            <a:prstGeom prst="rect">
              <a:avLst/>
            </a:prstGeom>
          </p:spPr>
        </p:pic>
        <p:pic>
          <p:nvPicPr>
            <p:cNvPr id="25" name="图片 24" descr="DB4DBCEE46C2D32DAF3DAAC786F7747F"/>
            <p:cNvPicPr preferRelativeResize="0"/>
            <p:nvPr/>
          </p:nvPicPr>
          <p:blipFill>
            <a:blip r:embed="rId8"/>
            <a:stretch>
              <a:fillRect/>
            </a:stretch>
          </p:blipFill>
          <p:spPr>
            <a:xfrm>
              <a:off x="11496" y="4649"/>
              <a:ext cx="1473" cy="1026"/>
            </a:xfrm>
            <a:prstGeom prst="rect">
              <a:avLst/>
            </a:prstGeom>
          </p:spPr>
        </p:pic>
        <p:pic>
          <p:nvPicPr>
            <p:cNvPr id="26" name="图片 25" descr="E28E2391AC884DADC28BACFCEFA9B79A"/>
            <p:cNvPicPr preferRelativeResize="0"/>
            <p:nvPr/>
          </p:nvPicPr>
          <p:blipFill>
            <a:blip r:embed="rId9"/>
            <a:stretch>
              <a:fillRect/>
            </a:stretch>
          </p:blipFill>
          <p:spPr>
            <a:xfrm>
              <a:off x="16180" y="4649"/>
              <a:ext cx="1395" cy="1049"/>
            </a:xfrm>
            <a:prstGeom prst="rect">
              <a:avLst/>
            </a:prstGeom>
          </p:spPr>
        </p:pic>
        <p:pic>
          <p:nvPicPr>
            <p:cNvPr id="27" name="图片 26" descr="EC59AB90B2083A4D519A817369F4324F"/>
            <p:cNvPicPr preferRelativeResize="0"/>
            <p:nvPr/>
          </p:nvPicPr>
          <p:blipFill>
            <a:blip r:embed="rId10"/>
            <a:stretch>
              <a:fillRect/>
            </a:stretch>
          </p:blipFill>
          <p:spPr>
            <a:xfrm>
              <a:off x="4955" y="4649"/>
              <a:ext cx="1589" cy="1026"/>
            </a:xfrm>
            <a:prstGeom prst="rect">
              <a:avLst/>
            </a:prstGeom>
          </p:spPr>
        </p:pic>
        <p:pic>
          <p:nvPicPr>
            <p:cNvPr id="28" name="图片 27" descr="F81FD69EF823172A450E0BAE569DCE15"/>
            <p:cNvPicPr preferRelativeResize="0"/>
            <p:nvPr/>
          </p:nvPicPr>
          <p:blipFill>
            <a:blip r:embed="rId11"/>
            <a:stretch>
              <a:fillRect/>
            </a:stretch>
          </p:blipFill>
          <p:spPr>
            <a:xfrm>
              <a:off x="3318" y="4649"/>
              <a:ext cx="1595" cy="1026"/>
            </a:xfrm>
            <a:prstGeom prst="rect">
              <a:avLst/>
            </a:prstGeom>
          </p:spPr>
        </p:pic>
        <p:pic>
          <p:nvPicPr>
            <p:cNvPr id="29" name="图片 28" descr="6DA71363E0190551EB624E7D898B6900"/>
            <p:cNvPicPr preferRelativeResize="0"/>
            <p:nvPr/>
          </p:nvPicPr>
          <p:blipFill>
            <a:blip r:embed="rId12"/>
            <a:stretch>
              <a:fillRect/>
            </a:stretch>
          </p:blipFill>
          <p:spPr>
            <a:xfrm>
              <a:off x="74" y="4645"/>
              <a:ext cx="1593" cy="1026"/>
            </a:xfrm>
            <a:prstGeom prst="rect">
              <a:avLst/>
            </a:prstGeom>
          </p:spPr>
        </p:pic>
        <p:pic>
          <p:nvPicPr>
            <p:cNvPr id="32" name="图片 31" descr="58c41f1df457e4b30d51a186687cfb13"/>
            <p:cNvPicPr preferRelativeResize="0"/>
            <p:nvPr/>
          </p:nvPicPr>
          <p:blipFill>
            <a:blip r:embed="rId13"/>
            <a:stretch>
              <a:fillRect/>
            </a:stretch>
          </p:blipFill>
          <p:spPr>
            <a:xfrm>
              <a:off x="13208" y="4649"/>
              <a:ext cx="1434" cy="1049"/>
            </a:xfrm>
            <a:prstGeom prst="rect">
              <a:avLst/>
            </a:prstGeom>
          </p:spPr>
        </p:pic>
      </p:grpSp>
      <p:pic>
        <p:nvPicPr>
          <p:cNvPr id="47" name="图片 46" descr="50A26DDBAF9E762637B7F7A2419F129E"/>
          <p:cNvPicPr/>
          <p:nvPr/>
        </p:nvPicPr>
        <p:blipFill>
          <a:blip r:embed="rId3"/>
          <a:stretch>
            <a:fillRect/>
          </a:stretch>
        </p:blipFill>
        <p:spPr>
          <a:xfrm>
            <a:off x="5144770" y="-1348740"/>
            <a:ext cx="1011600" cy="651600"/>
          </a:xfrm>
          <a:prstGeom prst="rect">
            <a:avLst/>
          </a:prstGeom>
        </p:spPr>
      </p:pic>
      <p:pic>
        <p:nvPicPr>
          <p:cNvPr id="48" name="图片 47" descr="58C41F1DF457E4B30D51A186687CFB13"/>
          <p:cNvPicPr/>
          <p:nvPr/>
        </p:nvPicPr>
        <p:blipFill>
          <a:blip r:embed="rId13"/>
          <a:stretch>
            <a:fillRect/>
          </a:stretch>
        </p:blipFill>
        <p:spPr>
          <a:xfrm>
            <a:off x="8233410" y="-1348740"/>
            <a:ext cx="1011600" cy="651600"/>
          </a:xfrm>
          <a:prstGeom prst="rect">
            <a:avLst/>
          </a:prstGeom>
        </p:spPr>
      </p:pic>
      <p:pic>
        <p:nvPicPr>
          <p:cNvPr id="49" name="图片 48" descr="63DAB6C06571E89AE56797CBD1B54A91"/>
          <p:cNvPicPr/>
          <p:nvPr/>
        </p:nvPicPr>
        <p:blipFill>
          <a:blip r:embed="rId4"/>
          <a:stretch>
            <a:fillRect/>
          </a:stretch>
        </p:blipFill>
        <p:spPr>
          <a:xfrm>
            <a:off x="4133215" y="-1348740"/>
            <a:ext cx="1011600" cy="651600"/>
          </a:xfrm>
          <a:prstGeom prst="rect">
            <a:avLst/>
          </a:prstGeom>
        </p:spPr>
      </p:pic>
      <p:pic>
        <p:nvPicPr>
          <p:cNvPr id="50" name="图片 49" descr="5107D6798CF82B87C5661ED49003CEAD"/>
          <p:cNvPicPr/>
          <p:nvPr/>
        </p:nvPicPr>
        <p:blipFill>
          <a:blip r:embed="rId5"/>
          <a:stretch>
            <a:fillRect/>
          </a:stretch>
        </p:blipFill>
        <p:spPr>
          <a:xfrm>
            <a:off x="10982325" y="-1240155"/>
            <a:ext cx="1011600" cy="651600"/>
          </a:xfrm>
          <a:prstGeom prst="rect">
            <a:avLst/>
          </a:prstGeom>
        </p:spPr>
      </p:pic>
      <p:pic>
        <p:nvPicPr>
          <p:cNvPr id="51" name="图片 50" descr="50676BE0830ED1D23A04F1CD28E83244"/>
          <p:cNvPicPr/>
          <p:nvPr/>
        </p:nvPicPr>
        <p:blipFill>
          <a:blip r:embed="rId6"/>
          <a:stretch>
            <a:fillRect/>
          </a:stretch>
        </p:blipFill>
        <p:spPr>
          <a:xfrm>
            <a:off x="937260" y="-1348740"/>
            <a:ext cx="1011600" cy="651600"/>
          </a:xfrm>
          <a:prstGeom prst="rect">
            <a:avLst/>
          </a:prstGeom>
        </p:spPr>
      </p:pic>
      <p:pic>
        <p:nvPicPr>
          <p:cNvPr id="52" name="图片 51" descr="A2EFCF8456F2AF22D0F0673DADB65369"/>
          <p:cNvPicPr/>
          <p:nvPr/>
        </p:nvPicPr>
        <p:blipFill>
          <a:blip r:embed="rId7"/>
          <a:stretch>
            <a:fillRect/>
          </a:stretch>
        </p:blipFill>
        <p:spPr>
          <a:xfrm>
            <a:off x="9018270" y="-1348740"/>
            <a:ext cx="1011600" cy="651600"/>
          </a:xfrm>
          <a:prstGeom prst="rect">
            <a:avLst/>
          </a:prstGeom>
        </p:spPr>
      </p:pic>
      <p:pic>
        <p:nvPicPr>
          <p:cNvPr id="53" name="图片 52" descr="DB4DBCEE46C2D32DAF3DAAC786F7747F"/>
          <p:cNvPicPr/>
          <p:nvPr/>
        </p:nvPicPr>
        <p:blipFill>
          <a:blip r:embed="rId8"/>
          <a:stretch>
            <a:fillRect/>
          </a:stretch>
        </p:blipFill>
        <p:spPr>
          <a:xfrm>
            <a:off x="7107555" y="-1348740"/>
            <a:ext cx="1011600" cy="651600"/>
          </a:xfrm>
          <a:prstGeom prst="rect">
            <a:avLst/>
          </a:prstGeom>
        </p:spPr>
      </p:pic>
      <p:pic>
        <p:nvPicPr>
          <p:cNvPr id="54" name="图片 53" descr="E28E2391AC884DADC28BACFCEFA9B79A"/>
          <p:cNvPicPr/>
          <p:nvPr/>
        </p:nvPicPr>
        <p:blipFill>
          <a:blip r:embed="rId9"/>
          <a:stretch>
            <a:fillRect/>
          </a:stretch>
        </p:blipFill>
        <p:spPr>
          <a:xfrm>
            <a:off x="10029825" y="-1240155"/>
            <a:ext cx="1011600" cy="651600"/>
          </a:xfrm>
          <a:prstGeom prst="rect">
            <a:avLst/>
          </a:prstGeom>
        </p:spPr>
      </p:pic>
      <p:pic>
        <p:nvPicPr>
          <p:cNvPr id="55" name="图片 54" descr="EC59AB90B2083A4D519A817369F4324F"/>
          <p:cNvPicPr/>
          <p:nvPr/>
        </p:nvPicPr>
        <p:blipFill>
          <a:blip r:embed="rId10"/>
          <a:stretch>
            <a:fillRect/>
          </a:stretch>
        </p:blipFill>
        <p:spPr>
          <a:xfrm>
            <a:off x="2994025" y="-1348740"/>
            <a:ext cx="1011600" cy="651600"/>
          </a:xfrm>
          <a:prstGeom prst="rect">
            <a:avLst/>
          </a:prstGeom>
        </p:spPr>
      </p:pic>
      <p:pic>
        <p:nvPicPr>
          <p:cNvPr id="56" name="图片 55" descr="F81FD69EF823172A450E0BAE569DCE15"/>
          <p:cNvPicPr/>
          <p:nvPr/>
        </p:nvPicPr>
        <p:blipFill>
          <a:blip r:embed="rId11"/>
          <a:stretch>
            <a:fillRect/>
          </a:stretch>
        </p:blipFill>
        <p:spPr>
          <a:xfrm>
            <a:off x="1981200" y="-1348740"/>
            <a:ext cx="1011600" cy="651600"/>
          </a:xfrm>
          <a:prstGeom prst="rect">
            <a:avLst/>
          </a:prstGeom>
        </p:spPr>
      </p:pic>
      <p:pic>
        <p:nvPicPr>
          <p:cNvPr id="57" name="图片 56" descr="6DA71363E0190551EB624E7D898B6900"/>
          <p:cNvPicPr/>
          <p:nvPr/>
        </p:nvPicPr>
        <p:blipFill>
          <a:blip r:embed="rId12"/>
          <a:stretch>
            <a:fillRect/>
          </a:stretch>
        </p:blipFill>
        <p:spPr>
          <a:xfrm>
            <a:off x="-106680" y="-1348740"/>
            <a:ext cx="1011600" cy="651600"/>
          </a:xfrm>
          <a:prstGeom prst="rect">
            <a:avLst/>
          </a:prstGeom>
        </p:spPr>
      </p:pic>
      <p:pic>
        <p:nvPicPr>
          <p:cNvPr id="58" name="图片 57" descr="6FB9DCD2F264C4790125116A03C180CD"/>
          <p:cNvPicPr/>
          <p:nvPr/>
        </p:nvPicPr>
        <p:blipFill>
          <a:blip r:embed="rId2"/>
          <a:stretch>
            <a:fillRect/>
          </a:stretch>
        </p:blipFill>
        <p:spPr>
          <a:xfrm>
            <a:off x="6126480" y="-1348740"/>
            <a:ext cx="1011600" cy="6516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5720" y="1791335"/>
            <a:ext cx="12080240" cy="697865"/>
          </a:xfrm>
          <a:prstGeom prst="rect">
            <a:avLst/>
          </a:prstGeom>
          <a:noFill/>
          <a:ln w="47625" cmpd="sng">
            <a:solidFill>
              <a:srgbClr val="FF0000">
                <a:alpha val="98000"/>
              </a:srgb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图片 46" descr="50A26DDBAF9E762637B7F7A2419F129E"/>
          <p:cNvPicPr/>
          <p:nvPr/>
        </p:nvPicPr>
        <p:blipFill>
          <a:blip r:embed="rId1"/>
          <a:stretch>
            <a:fillRect/>
          </a:stretch>
        </p:blipFill>
        <p:spPr>
          <a:xfrm>
            <a:off x="5144770" y="-1348740"/>
            <a:ext cx="1011600" cy="651600"/>
          </a:xfrm>
          <a:prstGeom prst="rect">
            <a:avLst/>
          </a:prstGeom>
        </p:spPr>
      </p:pic>
      <p:pic>
        <p:nvPicPr>
          <p:cNvPr id="48" name="图片 47" descr="58C41F1DF457E4B30D51A186687CFB13"/>
          <p:cNvPicPr/>
          <p:nvPr/>
        </p:nvPicPr>
        <p:blipFill>
          <a:blip r:embed="rId2"/>
          <a:stretch>
            <a:fillRect/>
          </a:stretch>
        </p:blipFill>
        <p:spPr>
          <a:xfrm>
            <a:off x="8233410" y="-1348740"/>
            <a:ext cx="1011600" cy="651600"/>
          </a:xfrm>
          <a:prstGeom prst="rect">
            <a:avLst/>
          </a:prstGeom>
        </p:spPr>
      </p:pic>
      <p:pic>
        <p:nvPicPr>
          <p:cNvPr id="49" name="图片 48" descr="63DAB6C06571E89AE56797CBD1B54A91"/>
          <p:cNvPicPr/>
          <p:nvPr/>
        </p:nvPicPr>
        <p:blipFill>
          <a:blip r:embed="rId3"/>
          <a:stretch>
            <a:fillRect/>
          </a:stretch>
        </p:blipFill>
        <p:spPr>
          <a:xfrm>
            <a:off x="4133215" y="-1348740"/>
            <a:ext cx="1011600" cy="651600"/>
          </a:xfrm>
          <a:prstGeom prst="rect">
            <a:avLst/>
          </a:prstGeom>
        </p:spPr>
      </p:pic>
      <p:pic>
        <p:nvPicPr>
          <p:cNvPr id="50" name="图片 49" descr="5107D6798CF82B87C5661ED49003CEAD"/>
          <p:cNvPicPr/>
          <p:nvPr/>
        </p:nvPicPr>
        <p:blipFill>
          <a:blip r:embed="rId4"/>
          <a:stretch>
            <a:fillRect/>
          </a:stretch>
        </p:blipFill>
        <p:spPr>
          <a:xfrm>
            <a:off x="10982325" y="-1240155"/>
            <a:ext cx="1011600" cy="651600"/>
          </a:xfrm>
          <a:prstGeom prst="rect">
            <a:avLst/>
          </a:prstGeom>
        </p:spPr>
      </p:pic>
      <p:pic>
        <p:nvPicPr>
          <p:cNvPr id="51" name="图片 50" descr="50676BE0830ED1D23A04F1CD28E83244"/>
          <p:cNvPicPr/>
          <p:nvPr/>
        </p:nvPicPr>
        <p:blipFill>
          <a:blip r:embed="rId5"/>
          <a:stretch>
            <a:fillRect/>
          </a:stretch>
        </p:blipFill>
        <p:spPr>
          <a:xfrm>
            <a:off x="937260" y="-1348740"/>
            <a:ext cx="1011600" cy="651600"/>
          </a:xfrm>
          <a:prstGeom prst="rect">
            <a:avLst/>
          </a:prstGeom>
        </p:spPr>
      </p:pic>
      <p:pic>
        <p:nvPicPr>
          <p:cNvPr id="52" name="图片 51" descr="A2EFCF8456F2AF22D0F0673DADB65369"/>
          <p:cNvPicPr/>
          <p:nvPr/>
        </p:nvPicPr>
        <p:blipFill>
          <a:blip r:embed="rId6"/>
          <a:stretch>
            <a:fillRect/>
          </a:stretch>
        </p:blipFill>
        <p:spPr>
          <a:xfrm>
            <a:off x="9018270" y="-1348740"/>
            <a:ext cx="1011600" cy="651600"/>
          </a:xfrm>
          <a:prstGeom prst="rect">
            <a:avLst/>
          </a:prstGeom>
        </p:spPr>
      </p:pic>
      <p:pic>
        <p:nvPicPr>
          <p:cNvPr id="53" name="图片 52" descr="DB4DBCEE46C2D32DAF3DAAC786F7747F"/>
          <p:cNvPicPr/>
          <p:nvPr/>
        </p:nvPicPr>
        <p:blipFill>
          <a:blip r:embed="rId7"/>
          <a:stretch>
            <a:fillRect/>
          </a:stretch>
        </p:blipFill>
        <p:spPr>
          <a:xfrm>
            <a:off x="7107555" y="-1348740"/>
            <a:ext cx="1011600" cy="651600"/>
          </a:xfrm>
          <a:prstGeom prst="rect">
            <a:avLst/>
          </a:prstGeom>
        </p:spPr>
      </p:pic>
      <p:pic>
        <p:nvPicPr>
          <p:cNvPr id="54" name="图片 53" descr="E28E2391AC884DADC28BACFCEFA9B79A"/>
          <p:cNvPicPr/>
          <p:nvPr/>
        </p:nvPicPr>
        <p:blipFill>
          <a:blip r:embed="rId8"/>
          <a:stretch>
            <a:fillRect/>
          </a:stretch>
        </p:blipFill>
        <p:spPr>
          <a:xfrm>
            <a:off x="10029825" y="-1240155"/>
            <a:ext cx="1011600" cy="651600"/>
          </a:xfrm>
          <a:prstGeom prst="rect">
            <a:avLst/>
          </a:prstGeom>
        </p:spPr>
      </p:pic>
      <p:pic>
        <p:nvPicPr>
          <p:cNvPr id="55" name="图片 54" descr="EC59AB90B2083A4D519A817369F4324F"/>
          <p:cNvPicPr/>
          <p:nvPr/>
        </p:nvPicPr>
        <p:blipFill>
          <a:blip r:embed="rId9"/>
          <a:stretch>
            <a:fillRect/>
          </a:stretch>
        </p:blipFill>
        <p:spPr>
          <a:xfrm>
            <a:off x="2994025" y="-1348740"/>
            <a:ext cx="1011600" cy="651600"/>
          </a:xfrm>
          <a:prstGeom prst="rect">
            <a:avLst/>
          </a:prstGeom>
        </p:spPr>
      </p:pic>
      <p:pic>
        <p:nvPicPr>
          <p:cNvPr id="56" name="图片 55" descr="F81FD69EF823172A450E0BAE569DCE15"/>
          <p:cNvPicPr/>
          <p:nvPr/>
        </p:nvPicPr>
        <p:blipFill>
          <a:blip r:embed="rId10"/>
          <a:stretch>
            <a:fillRect/>
          </a:stretch>
        </p:blipFill>
        <p:spPr>
          <a:xfrm>
            <a:off x="1981200" y="-1348740"/>
            <a:ext cx="1011600" cy="651600"/>
          </a:xfrm>
          <a:prstGeom prst="rect">
            <a:avLst/>
          </a:prstGeom>
        </p:spPr>
      </p:pic>
      <p:pic>
        <p:nvPicPr>
          <p:cNvPr id="57" name="图片 56" descr="6DA71363E0190551EB624E7D898B6900"/>
          <p:cNvPicPr/>
          <p:nvPr/>
        </p:nvPicPr>
        <p:blipFill>
          <a:blip r:embed="rId11"/>
          <a:stretch>
            <a:fillRect/>
          </a:stretch>
        </p:blipFill>
        <p:spPr>
          <a:xfrm>
            <a:off x="-106680" y="-1348740"/>
            <a:ext cx="1011600" cy="651600"/>
          </a:xfrm>
          <a:prstGeom prst="rect">
            <a:avLst/>
          </a:prstGeom>
        </p:spPr>
      </p:pic>
      <p:pic>
        <p:nvPicPr>
          <p:cNvPr id="58" name="图片 57" descr="6FB9DCD2F264C4790125116A03C180CD"/>
          <p:cNvPicPr/>
          <p:nvPr/>
        </p:nvPicPr>
        <p:blipFill>
          <a:blip r:embed="rId12"/>
          <a:stretch>
            <a:fillRect/>
          </a:stretch>
        </p:blipFill>
        <p:spPr>
          <a:xfrm>
            <a:off x="6126480" y="-1348740"/>
            <a:ext cx="1011600" cy="651600"/>
          </a:xfrm>
          <a:prstGeom prst="rect">
            <a:avLst/>
          </a:prstGeom>
        </p:spPr>
      </p:pic>
      <p:grpSp>
        <p:nvGrpSpPr>
          <p:cNvPr id="34" name="组合 33"/>
          <p:cNvGrpSpPr/>
          <p:nvPr/>
        </p:nvGrpSpPr>
        <p:grpSpPr>
          <a:xfrm>
            <a:off x="-864870" y="828040"/>
            <a:ext cx="12952730" cy="3909060"/>
            <a:chOff x="-1362" y="1304"/>
            <a:chExt cx="20398" cy="6156"/>
          </a:xfrm>
        </p:grpSpPr>
        <p:grpSp>
          <p:nvGrpSpPr>
            <p:cNvPr id="20" name="组合 19"/>
            <p:cNvGrpSpPr/>
            <p:nvPr/>
          </p:nvGrpSpPr>
          <p:grpSpPr>
            <a:xfrm rot="0">
              <a:off x="-1362" y="1304"/>
              <a:ext cx="20398" cy="6156"/>
              <a:chOff x="1191" y="1294"/>
              <a:chExt cx="20398" cy="6156"/>
            </a:xfrm>
          </p:grpSpPr>
          <p:grpSp>
            <p:nvGrpSpPr>
              <p:cNvPr id="12" name="组合 11"/>
              <p:cNvGrpSpPr/>
              <p:nvPr/>
            </p:nvGrpSpPr>
            <p:grpSpPr>
              <a:xfrm>
                <a:off x="2385" y="1294"/>
                <a:ext cx="19204" cy="6156"/>
                <a:chOff x="93" y="1432"/>
                <a:chExt cx="19204" cy="6156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93" y="1936"/>
                  <a:ext cx="19204" cy="5653"/>
                  <a:chOff x="93" y="1936"/>
                  <a:chExt cx="19204" cy="5653"/>
                </a:xfrm>
              </p:grpSpPr>
              <p:pic>
                <p:nvPicPr>
                  <p:cNvPr id="4" name="图片 3" descr="对比图"/>
                  <p:cNvPicPr>
                    <a:picLocks noChangeAspect="1"/>
                  </p:cNvPicPr>
                  <p:nvPr/>
                </p:nvPicPr>
                <p:blipFill>
                  <a:blip r:embed="rId13"/>
                  <a:srcRect t="5880" b="58074"/>
                  <a:stretch>
                    <a:fillRect/>
                  </a:stretch>
                </p:blipFill>
                <p:spPr>
                  <a:xfrm>
                    <a:off x="97" y="1936"/>
                    <a:ext cx="19200" cy="2250"/>
                  </a:xfrm>
                  <a:prstGeom prst="rect">
                    <a:avLst/>
                  </a:prstGeom>
                </p:spPr>
              </p:pic>
              <p:grpSp>
                <p:nvGrpSpPr>
                  <p:cNvPr id="6" name="组合 5"/>
                  <p:cNvGrpSpPr/>
                  <p:nvPr/>
                </p:nvGrpSpPr>
                <p:grpSpPr>
                  <a:xfrm>
                    <a:off x="93" y="4229"/>
                    <a:ext cx="19200" cy="3361"/>
                    <a:chOff x="93" y="4229"/>
                    <a:chExt cx="19200" cy="3361"/>
                  </a:xfrm>
                </p:grpSpPr>
                <p:pic>
                  <p:nvPicPr>
                    <p:cNvPr id="30" name="图片 29" descr="对比图"/>
                    <p:cNvPicPr>
                      <a:picLocks noChangeAspect="1"/>
                    </p:cNvPicPr>
                    <p:nvPr/>
                  </p:nvPicPr>
                  <p:blipFill>
                    <a:blip r:embed="rId13"/>
                    <a:srcRect t="63537"/>
                    <a:stretch>
                      <a:fillRect/>
                    </a:stretch>
                  </p:blipFill>
                  <p:spPr>
                    <a:xfrm>
                      <a:off x="93" y="5314"/>
                      <a:ext cx="19200" cy="227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46" name="组合 45"/>
                    <p:cNvGrpSpPr/>
                    <p:nvPr/>
                  </p:nvGrpSpPr>
                  <p:grpSpPr>
                    <a:xfrm rot="0">
                      <a:off x="169" y="4229"/>
                      <a:ext cx="19024" cy="1052"/>
                      <a:chOff x="74" y="4645"/>
                      <a:chExt cx="19024" cy="1052"/>
                    </a:xfrm>
                  </p:grpSpPr>
                  <p:pic>
                    <p:nvPicPr>
                      <p:cNvPr id="18" name="图片 17" descr="6FB9DCD2F264C4790125116A03C180CD"/>
                      <p:cNvPicPr preferRelativeResize="0"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950" y="4649"/>
                        <a:ext cx="1485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9" name="图片 18" descr="50A26DDBAF9E762637B7F7A2419F129E"/>
                      <p:cNvPicPr preferRelativeResize="0"/>
                      <p:nvPr/>
                    </p:nvPicPr>
                    <p:blipFill>
                      <a:blip r:embed="rId1"/>
                      <a:stretch>
                        <a:fillRect/>
                      </a:stretch>
                    </p:blipFill>
                    <p:spPr>
                      <a:xfrm>
                        <a:off x="8405" y="4649"/>
                        <a:ext cx="1485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1" name="图片 20" descr="63DAB6C06571E89AE56797CBD1B54A91"/>
                      <p:cNvPicPr preferRelativeResize="0"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751" y="4649"/>
                        <a:ext cx="1605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2" name="图片 21" descr="5107D6798CF82B87C5661ED49003CEAD"/>
                      <p:cNvPicPr preferRelativeResize="0"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0" y="4649"/>
                        <a:ext cx="1468" cy="104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3" name="图片 22" descr="50676BE0830ED1D23A04F1CD28E83244"/>
                      <p:cNvPicPr preferRelativeResize="0"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98" y="4645"/>
                        <a:ext cx="1585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4" name="图片 23" descr="A2EFCF8456F2AF22D0F0673DADB65369"/>
                      <p:cNvPicPr preferRelativeResize="0"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712" y="4649"/>
                        <a:ext cx="1407" cy="104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5" name="图片 24" descr="DB4DBCEE46C2D32DAF3DAAC786F7747F"/>
                      <p:cNvPicPr preferRelativeResize="0"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1496" y="4649"/>
                        <a:ext cx="1473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6" name="图片 25" descr="E28E2391AC884DADC28BACFCEFA9B79A"/>
                      <p:cNvPicPr preferRelativeResize="0"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180" y="4649"/>
                        <a:ext cx="1395" cy="1049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7" name="图片 26" descr="EC59AB90B2083A4D519A817369F4324F"/>
                      <p:cNvPicPr preferRelativeResize="0"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55" y="4649"/>
                        <a:ext cx="1589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8" name="图片 27" descr="F81FD69EF823172A450E0BAE569DCE15"/>
                      <p:cNvPicPr preferRelativeResize="0"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318" y="4649"/>
                        <a:ext cx="1595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29" name="图片 28" descr="6DA71363E0190551EB624E7D898B6900"/>
                      <p:cNvPicPr preferRelativeResize="0"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74" y="4645"/>
                        <a:ext cx="1593" cy="1026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32" name="图片 31" descr="58c41f1df457e4b30d51a186687cfb13"/>
                      <p:cNvPicPr preferRelativeResize="0"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208" y="4649"/>
                        <a:ext cx="1434" cy="1049"/>
                      </a:xfrm>
                      <a:prstGeom prst="rect">
                        <a:avLst/>
                      </a:prstGeom>
                    </p:spPr>
                  </p:pic>
                </p:grpSp>
              </p:grpSp>
            </p:grpSp>
            <p:sp>
              <p:nvSpPr>
                <p:cNvPr id="8" name="文本框 7"/>
                <p:cNvSpPr txBox="1"/>
                <p:nvPr/>
              </p:nvSpPr>
              <p:spPr>
                <a:xfrm>
                  <a:off x="2780" y="1432"/>
                  <a:ext cx="184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 b="1"/>
                    <a:t>COCA</a:t>
                  </a:r>
                  <a:endParaRPr lang="en-US" altLang="zh-CN" sz="1600" b="1"/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>
                  <a:off x="8948" y="1432"/>
                  <a:ext cx="2285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 b="1"/>
                    <a:t>Cosal2015</a:t>
                  </a:r>
                  <a:endParaRPr lang="en-US" altLang="zh-CN" sz="1600" b="1"/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15352" y="1432"/>
                  <a:ext cx="2089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600" b="1"/>
                    <a:t>CoSOD3</a:t>
                  </a:r>
                  <a:r>
                    <a:rPr lang="en-US" altLang="zh-CN" sz="1600" b="1"/>
                    <a:t>k</a:t>
                  </a:r>
                  <a:endParaRPr lang="en-US" altLang="zh-CN" sz="1600" b="1"/>
                </a:p>
              </p:txBody>
            </p:sp>
          </p:grpSp>
          <p:sp>
            <p:nvSpPr>
              <p:cNvPr id="13" name="文本框 12"/>
              <p:cNvSpPr txBox="1"/>
              <p:nvPr/>
            </p:nvSpPr>
            <p:spPr>
              <a:xfrm>
                <a:off x="1371" y="3066"/>
                <a:ext cx="209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Ground</a:t>
                </a:r>
                <a:endParaRPr lang="en-US" altLang="zh-CN" sz="1200" b="1"/>
              </a:p>
              <a:p>
                <a:r>
                  <a:rPr lang="en-US" altLang="zh-CN" sz="1200" b="1"/>
                  <a:t>  Truth</a:t>
                </a:r>
                <a:endParaRPr lang="en-US" altLang="zh-CN" sz="1200" b="1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466" y="4194"/>
                <a:ext cx="1019" cy="48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200" b="1"/>
                  <a:t>RCPR</a:t>
                </a:r>
                <a:endParaRPr lang="en-US" altLang="zh-CN" sz="1200" b="1"/>
              </a:p>
              <a:p>
                <a:r>
                  <a:rPr lang="en-US" altLang="zh-CN" sz="1200" b="1"/>
                  <a:t> </a:t>
                </a:r>
                <a:endParaRPr lang="zh-CN" altLang="en-US" sz="1200" b="1"/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1381" y="5317"/>
                <a:ext cx="209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   US-</a:t>
                </a:r>
                <a:endParaRPr lang="en-US" altLang="zh-CN" sz="1200" b="1"/>
              </a:p>
              <a:p>
                <a:r>
                  <a:rPr lang="en-US" altLang="zh-CN" sz="1200" b="1"/>
                  <a:t>CoSOD</a:t>
                </a:r>
                <a:endParaRPr lang="en-US" altLang="zh-CN" sz="1200" b="1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191" y="6450"/>
                <a:ext cx="2090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  Group</a:t>
                </a:r>
                <a:endParaRPr lang="en-US" altLang="zh-CN" sz="1200" b="1"/>
              </a:p>
              <a:p>
                <a:r>
                  <a:rPr lang="en-US" altLang="zh-CN" sz="1200" b="1"/>
                  <a:t>TokenCut</a:t>
                </a:r>
                <a:endParaRPr lang="en-US" altLang="zh-CN" sz="1200" b="1"/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531" y="4465"/>
                <a:ext cx="869" cy="41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lvl="0" algn="l">
                  <a:buClrTx/>
                  <a:buSzTx/>
                  <a:buFontTx/>
                </a:pPr>
                <a:r>
                  <a:rPr lang="en-US" altLang="zh-CN" sz="1200" b="1">
                    <a:sym typeface="+mn-ea"/>
                  </a:rPr>
                  <a:t>(our)</a:t>
                </a:r>
                <a:endParaRPr lang="en-US" altLang="zh-CN" sz="1200" b="1">
                  <a:sym typeface="+mn-ea"/>
                </a:endParaRPr>
              </a:p>
              <a:p>
                <a:pPr lvl="0" algn="l">
                  <a:buClrTx/>
                  <a:buSzTx/>
                  <a:buFontTx/>
                </a:pPr>
                <a:endParaRPr lang="en-US" altLang="zh-CN" sz="1200" b="1">
                  <a:sym typeface="+mn-ea"/>
                </a:endParaRP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1479" y="2158"/>
                <a:ext cx="209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 b="1"/>
                  <a:t>Image</a:t>
                </a:r>
                <a:endParaRPr lang="en-US" altLang="zh-CN" sz="1200" b="1"/>
              </a:p>
            </p:txBody>
          </p:sp>
        </p:grpSp>
        <p:sp>
          <p:nvSpPr>
            <p:cNvPr id="31" name="矩形 30"/>
            <p:cNvSpPr/>
            <p:nvPr/>
          </p:nvSpPr>
          <p:spPr>
            <a:xfrm>
              <a:off x="-126" y="4080"/>
              <a:ext cx="19058" cy="1093"/>
            </a:xfrm>
            <a:prstGeom prst="rect">
              <a:avLst/>
            </a:prstGeom>
            <a:noFill/>
            <a:ln w="47625" cmpd="sng">
              <a:solidFill>
                <a:srgbClr val="FF0000">
                  <a:alpha val="98000"/>
                </a:srgb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7" name="图片 46" descr="50A26DDBAF9E762637B7F7A2419F129E"/>
          <p:cNvPicPr/>
          <p:nvPr/>
        </p:nvPicPr>
        <p:blipFill>
          <a:blip r:embed="rId1"/>
          <a:stretch>
            <a:fillRect/>
          </a:stretch>
        </p:blipFill>
        <p:spPr>
          <a:xfrm>
            <a:off x="5144770" y="-1348740"/>
            <a:ext cx="1011600" cy="651600"/>
          </a:xfrm>
          <a:prstGeom prst="rect">
            <a:avLst/>
          </a:prstGeom>
        </p:spPr>
      </p:pic>
      <p:pic>
        <p:nvPicPr>
          <p:cNvPr id="48" name="图片 47" descr="58C41F1DF457E4B30D51A186687CFB13"/>
          <p:cNvPicPr/>
          <p:nvPr/>
        </p:nvPicPr>
        <p:blipFill>
          <a:blip r:embed="rId2"/>
          <a:stretch>
            <a:fillRect/>
          </a:stretch>
        </p:blipFill>
        <p:spPr>
          <a:xfrm>
            <a:off x="8233410" y="-1348740"/>
            <a:ext cx="1011600" cy="651600"/>
          </a:xfrm>
          <a:prstGeom prst="rect">
            <a:avLst/>
          </a:prstGeom>
        </p:spPr>
      </p:pic>
      <p:pic>
        <p:nvPicPr>
          <p:cNvPr id="49" name="图片 48" descr="63DAB6C06571E89AE56797CBD1B54A91"/>
          <p:cNvPicPr/>
          <p:nvPr/>
        </p:nvPicPr>
        <p:blipFill>
          <a:blip r:embed="rId3"/>
          <a:stretch>
            <a:fillRect/>
          </a:stretch>
        </p:blipFill>
        <p:spPr>
          <a:xfrm>
            <a:off x="4133215" y="-1348740"/>
            <a:ext cx="1011600" cy="651600"/>
          </a:xfrm>
          <a:prstGeom prst="rect">
            <a:avLst/>
          </a:prstGeom>
        </p:spPr>
      </p:pic>
      <p:pic>
        <p:nvPicPr>
          <p:cNvPr id="50" name="图片 49" descr="5107D6798CF82B87C5661ED49003CEAD"/>
          <p:cNvPicPr/>
          <p:nvPr/>
        </p:nvPicPr>
        <p:blipFill>
          <a:blip r:embed="rId4"/>
          <a:stretch>
            <a:fillRect/>
          </a:stretch>
        </p:blipFill>
        <p:spPr>
          <a:xfrm>
            <a:off x="10982325" y="-1240155"/>
            <a:ext cx="1011600" cy="651600"/>
          </a:xfrm>
          <a:prstGeom prst="rect">
            <a:avLst/>
          </a:prstGeom>
        </p:spPr>
      </p:pic>
      <p:pic>
        <p:nvPicPr>
          <p:cNvPr id="51" name="图片 50" descr="50676BE0830ED1D23A04F1CD28E83244"/>
          <p:cNvPicPr/>
          <p:nvPr/>
        </p:nvPicPr>
        <p:blipFill>
          <a:blip r:embed="rId5"/>
          <a:stretch>
            <a:fillRect/>
          </a:stretch>
        </p:blipFill>
        <p:spPr>
          <a:xfrm>
            <a:off x="937260" y="-1348740"/>
            <a:ext cx="1011600" cy="651600"/>
          </a:xfrm>
          <a:prstGeom prst="rect">
            <a:avLst/>
          </a:prstGeom>
        </p:spPr>
      </p:pic>
      <p:pic>
        <p:nvPicPr>
          <p:cNvPr id="52" name="图片 51" descr="A2EFCF8456F2AF22D0F0673DADB65369"/>
          <p:cNvPicPr/>
          <p:nvPr/>
        </p:nvPicPr>
        <p:blipFill>
          <a:blip r:embed="rId6"/>
          <a:stretch>
            <a:fillRect/>
          </a:stretch>
        </p:blipFill>
        <p:spPr>
          <a:xfrm>
            <a:off x="9018270" y="-1348740"/>
            <a:ext cx="1011600" cy="651600"/>
          </a:xfrm>
          <a:prstGeom prst="rect">
            <a:avLst/>
          </a:prstGeom>
        </p:spPr>
      </p:pic>
      <p:pic>
        <p:nvPicPr>
          <p:cNvPr id="53" name="图片 52" descr="DB4DBCEE46C2D32DAF3DAAC786F7747F"/>
          <p:cNvPicPr/>
          <p:nvPr/>
        </p:nvPicPr>
        <p:blipFill>
          <a:blip r:embed="rId7"/>
          <a:stretch>
            <a:fillRect/>
          </a:stretch>
        </p:blipFill>
        <p:spPr>
          <a:xfrm>
            <a:off x="7107555" y="-1348740"/>
            <a:ext cx="1011600" cy="651600"/>
          </a:xfrm>
          <a:prstGeom prst="rect">
            <a:avLst/>
          </a:prstGeom>
        </p:spPr>
      </p:pic>
      <p:pic>
        <p:nvPicPr>
          <p:cNvPr id="54" name="图片 53" descr="E28E2391AC884DADC28BACFCEFA9B79A"/>
          <p:cNvPicPr/>
          <p:nvPr/>
        </p:nvPicPr>
        <p:blipFill>
          <a:blip r:embed="rId8"/>
          <a:stretch>
            <a:fillRect/>
          </a:stretch>
        </p:blipFill>
        <p:spPr>
          <a:xfrm>
            <a:off x="10029825" y="-1240155"/>
            <a:ext cx="1011600" cy="651600"/>
          </a:xfrm>
          <a:prstGeom prst="rect">
            <a:avLst/>
          </a:prstGeom>
        </p:spPr>
      </p:pic>
      <p:pic>
        <p:nvPicPr>
          <p:cNvPr id="55" name="图片 54" descr="EC59AB90B2083A4D519A817369F4324F"/>
          <p:cNvPicPr/>
          <p:nvPr/>
        </p:nvPicPr>
        <p:blipFill>
          <a:blip r:embed="rId9"/>
          <a:stretch>
            <a:fillRect/>
          </a:stretch>
        </p:blipFill>
        <p:spPr>
          <a:xfrm>
            <a:off x="2994025" y="-1348740"/>
            <a:ext cx="1011600" cy="651600"/>
          </a:xfrm>
          <a:prstGeom prst="rect">
            <a:avLst/>
          </a:prstGeom>
        </p:spPr>
      </p:pic>
      <p:pic>
        <p:nvPicPr>
          <p:cNvPr id="56" name="图片 55" descr="F81FD69EF823172A450E0BAE569DCE15"/>
          <p:cNvPicPr/>
          <p:nvPr/>
        </p:nvPicPr>
        <p:blipFill>
          <a:blip r:embed="rId10"/>
          <a:stretch>
            <a:fillRect/>
          </a:stretch>
        </p:blipFill>
        <p:spPr>
          <a:xfrm>
            <a:off x="1981200" y="-1348740"/>
            <a:ext cx="1011600" cy="651600"/>
          </a:xfrm>
          <a:prstGeom prst="rect">
            <a:avLst/>
          </a:prstGeom>
        </p:spPr>
      </p:pic>
      <p:pic>
        <p:nvPicPr>
          <p:cNvPr id="57" name="图片 56" descr="6DA71363E0190551EB624E7D898B6900"/>
          <p:cNvPicPr/>
          <p:nvPr/>
        </p:nvPicPr>
        <p:blipFill>
          <a:blip r:embed="rId11"/>
          <a:stretch>
            <a:fillRect/>
          </a:stretch>
        </p:blipFill>
        <p:spPr>
          <a:xfrm>
            <a:off x="-106680" y="-1348740"/>
            <a:ext cx="1011600" cy="651600"/>
          </a:xfrm>
          <a:prstGeom prst="rect">
            <a:avLst/>
          </a:prstGeom>
        </p:spPr>
      </p:pic>
      <p:pic>
        <p:nvPicPr>
          <p:cNvPr id="58" name="图片 57" descr="6FB9DCD2F264C4790125116A03C180CD"/>
          <p:cNvPicPr/>
          <p:nvPr/>
        </p:nvPicPr>
        <p:blipFill>
          <a:blip r:embed="rId12"/>
          <a:stretch>
            <a:fillRect/>
          </a:stretch>
        </p:blipFill>
        <p:spPr>
          <a:xfrm>
            <a:off x="6126480" y="-1348740"/>
            <a:ext cx="1011600" cy="65160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-634365" y="1123315"/>
            <a:ext cx="12879070" cy="3911600"/>
            <a:chOff x="-999" y="1769"/>
            <a:chExt cx="20282" cy="6160"/>
          </a:xfrm>
        </p:grpSpPr>
        <p:grpSp>
          <p:nvGrpSpPr>
            <p:cNvPr id="46" name="组合 45"/>
            <p:cNvGrpSpPr/>
            <p:nvPr/>
          </p:nvGrpSpPr>
          <p:grpSpPr>
            <a:xfrm rot="0">
              <a:off x="271" y="4566"/>
              <a:ext cx="16033" cy="1053"/>
              <a:chOff x="74" y="4645"/>
              <a:chExt cx="16033" cy="1053"/>
            </a:xfrm>
          </p:grpSpPr>
          <p:pic>
            <p:nvPicPr>
              <p:cNvPr id="21" name="图片 20" descr="63DAB6C06571E89AE56797CBD1B54A91"/>
              <p:cNvPicPr preferRelativeResize="0"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51" y="4649"/>
                <a:ext cx="1605" cy="1026"/>
              </a:xfrm>
              <a:prstGeom prst="rect">
                <a:avLst/>
              </a:prstGeom>
            </p:spPr>
          </p:pic>
          <p:pic>
            <p:nvPicPr>
              <p:cNvPr id="25" name="图片 24" descr="DB4DBCEE46C2D32DAF3DAAC786F7747F"/>
              <p:cNvPicPr preferRelativeResize="0"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09" y="4649"/>
                <a:ext cx="1473" cy="1026"/>
              </a:xfrm>
              <a:prstGeom prst="rect">
                <a:avLst/>
              </a:prstGeom>
            </p:spPr>
          </p:pic>
          <p:pic>
            <p:nvPicPr>
              <p:cNvPr id="26" name="图片 25" descr="E28E2391AC884DADC28BACFCEFA9B79A"/>
              <p:cNvPicPr preferRelativeResize="0"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712" y="4649"/>
                <a:ext cx="1395" cy="1049"/>
              </a:xfrm>
              <a:prstGeom prst="rect">
                <a:avLst/>
              </a:prstGeom>
            </p:spPr>
          </p:pic>
          <p:pic>
            <p:nvPicPr>
              <p:cNvPr id="28" name="图片 27" descr="F81FD69EF823172A450E0BAE569DCE15"/>
              <p:cNvPicPr preferRelativeResize="0"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9" y="4649"/>
                <a:ext cx="1595" cy="1026"/>
              </a:xfrm>
              <a:prstGeom prst="rect">
                <a:avLst/>
              </a:prstGeom>
            </p:spPr>
          </p:pic>
          <p:pic>
            <p:nvPicPr>
              <p:cNvPr id="29" name="图片 28" descr="6DA71363E0190551EB624E7D898B6900"/>
              <p:cNvPicPr preferRelativeResize="0"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" y="4645"/>
                <a:ext cx="1593" cy="1026"/>
              </a:xfrm>
              <a:prstGeom prst="rect">
                <a:avLst/>
              </a:prstGeom>
            </p:spPr>
          </p:pic>
          <p:pic>
            <p:nvPicPr>
              <p:cNvPr id="32" name="图片 31" descr="58c41f1df457e4b30d51a186687cfb13"/>
              <p:cNvPicPr preferRelativeResize="0"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3208" y="4649"/>
                <a:ext cx="1434" cy="1049"/>
              </a:xfrm>
              <a:prstGeom prst="rect">
                <a:avLst/>
              </a:prstGeom>
            </p:spPr>
          </p:pic>
        </p:grpSp>
        <p:pic>
          <p:nvPicPr>
            <p:cNvPr id="2" name="图片 1" descr="对比图"/>
            <p:cNvPicPr>
              <a:picLocks noChangeAspect="1"/>
            </p:cNvPicPr>
            <p:nvPr/>
          </p:nvPicPr>
          <p:blipFill>
            <a:blip r:embed="rId13"/>
            <a:srcRect t="5880" r="91219" b="58074"/>
            <a:stretch>
              <a:fillRect/>
            </a:stretch>
          </p:blipFill>
          <p:spPr>
            <a:xfrm>
              <a:off x="199" y="2288"/>
              <a:ext cx="1686" cy="2250"/>
            </a:xfrm>
            <a:prstGeom prst="rect">
              <a:avLst/>
            </a:prstGeom>
          </p:spPr>
        </p:pic>
        <p:pic>
          <p:nvPicPr>
            <p:cNvPr id="3" name="图片 2" descr="对比图"/>
            <p:cNvPicPr>
              <a:picLocks noChangeAspect="1"/>
            </p:cNvPicPr>
            <p:nvPr/>
          </p:nvPicPr>
          <p:blipFill>
            <a:blip r:embed="rId13"/>
            <a:srcRect l="17109" t="5880" r="74401" b="58074"/>
            <a:stretch>
              <a:fillRect/>
            </a:stretch>
          </p:blipFill>
          <p:spPr>
            <a:xfrm>
              <a:off x="1866" y="2281"/>
              <a:ext cx="1630" cy="225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2870" y="1769"/>
              <a:ext cx="184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/>
                <a:t>COCA</a:t>
              </a:r>
              <a:endParaRPr lang="en-US" altLang="zh-CN" sz="1600" b="1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050" y="1769"/>
              <a:ext cx="2285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/>
                <a:t>Cosal2015</a:t>
              </a:r>
              <a:endParaRPr lang="en-US" altLang="zh-CN" sz="1600" b="1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5454" y="1769"/>
              <a:ext cx="208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 b="1"/>
                <a:t>CoSOD3</a:t>
              </a:r>
              <a:r>
                <a:rPr lang="en-US" altLang="zh-CN" sz="1600" b="1"/>
                <a:t>k</a:t>
              </a:r>
              <a:endParaRPr lang="en-US" altLang="zh-CN" sz="1600" b="1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-819" y="3541"/>
              <a:ext cx="20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Ground</a:t>
              </a:r>
              <a:endParaRPr lang="en-US" altLang="zh-CN" sz="1200" b="1"/>
            </a:p>
            <a:p>
              <a:r>
                <a:rPr lang="en-US" altLang="zh-CN" sz="1200" b="1"/>
                <a:t>  Truth</a:t>
              </a:r>
              <a:endParaRPr lang="en-US" altLang="zh-CN" sz="1200" b="1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-724" y="4669"/>
              <a:ext cx="1019" cy="48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200" b="1"/>
                <a:t>RCPR</a:t>
              </a:r>
              <a:endParaRPr lang="en-US" altLang="zh-CN" sz="1200" b="1"/>
            </a:p>
            <a:p>
              <a:r>
                <a:rPr lang="en-US" altLang="zh-CN" sz="1200" b="1"/>
                <a:t> </a:t>
              </a:r>
              <a:endParaRPr lang="zh-CN" altLang="en-US" sz="1200" b="1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-809" y="5792"/>
              <a:ext cx="20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   US-</a:t>
              </a:r>
              <a:endParaRPr lang="en-US" altLang="zh-CN" sz="1200" b="1"/>
            </a:p>
            <a:p>
              <a:r>
                <a:rPr lang="en-US" altLang="zh-CN" sz="1200" b="1"/>
                <a:t>CoSOD</a:t>
              </a:r>
              <a:endParaRPr lang="en-US" altLang="zh-CN" sz="1200" b="1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-999" y="6925"/>
              <a:ext cx="20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  Group</a:t>
              </a:r>
              <a:endParaRPr lang="en-US" altLang="zh-CN" sz="1200" b="1"/>
            </a:p>
            <a:p>
              <a:r>
                <a:rPr lang="en-US" altLang="zh-CN" sz="1200" b="1"/>
                <a:t>TokenCut</a:t>
              </a:r>
              <a:endParaRPr lang="en-US" altLang="zh-CN" sz="1200" b="1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-659" y="4940"/>
              <a:ext cx="869" cy="41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lvl="0" algn="l">
                <a:buClrTx/>
                <a:buSzTx/>
                <a:buFontTx/>
              </a:pPr>
              <a:r>
                <a:rPr lang="en-US" altLang="zh-CN" sz="1200" b="1">
                  <a:sym typeface="+mn-ea"/>
                </a:rPr>
                <a:t>(our)</a:t>
              </a:r>
              <a:endParaRPr lang="en-US" altLang="zh-CN" sz="1200" b="1">
                <a:sym typeface="+mn-ea"/>
              </a:endParaRPr>
            </a:p>
            <a:p>
              <a:pPr lvl="0" algn="l">
                <a:buClrTx/>
                <a:buSzTx/>
                <a:buFontTx/>
              </a:pPr>
              <a:endParaRPr lang="en-US" altLang="zh-CN" sz="1200" b="1"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-711" y="2633"/>
              <a:ext cx="209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200" b="1"/>
                <a:t>Image</a:t>
              </a:r>
              <a:endParaRPr lang="en-US" altLang="zh-CN" sz="1200" b="1"/>
            </a:p>
          </p:txBody>
        </p:sp>
        <p:pic>
          <p:nvPicPr>
            <p:cNvPr id="5" name="图片 4" descr="对比图"/>
            <p:cNvPicPr>
              <a:picLocks noChangeAspect="1"/>
            </p:cNvPicPr>
            <p:nvPr/>
          </p:nvPicPr>
          <p:blipFill>
            <a:blip r:embed="rId13"/>
            <a:srcRect l="35151" t="5880" r="56234" b="58074"/>
            <a:stretch>
              <a:fillRect/>
            </a:stretch>
          </p:blipFill>
          <p:spPr>
            <a:xfrm>
              <a:off x="6948" y="2288"/>
              <a:ext cx="1654" cy="2250"/>
            </a:xfrm>
            <a:prstGeom prst="rect">
              <a:avLst/>
            </a:prstGeom>
          </p:spPr>
        </p:pic>
        <p:pic>
          <p:nvPicPr>
            <p:cNvPr id="33" name="图片 32" descr="对比图"/>
            <p:cNvPicPr>
              <a:picLocks noChangeAspect="1"/>
            </p:cNvPicPr>
            <p:nvPr/>
          </p:nvPicPr>
          <p:blipFill>
            <a:blip r:embed="rId13"/>
            <a:srcRect l="59865" t="5880" r="32109" b="58074"/>
            <a:stretch>
              <a:fillRect/>
            </a:stretch>
          </p:blipFill>
          <p:spPr>
            <a:xfrm>
              <a:off x="8606" y="2284"/>
              <a:ext cx="1541" cy="2250"/>
            </a:xfrm>
            <a:prstGeom prst="rect">
              <a:avLst/>
            </a:prstGeom>
          </p:spPr>
        </p:pic>
        <p:pic>
          <p:nvPicPr>
            <p:cNvPr id="36" name="图片 35" descr="对比图"/>
            <p:cNvPicPr>
              <a:picLocks noChangeAspect="1"/>
            </p:cNvPicPr>
            <p:nvPr/>
          </p:nvPicPr>
          <p:blipFill>
            <a:blip r:embed="rId13"/>
            <a:srcRect l="68198" t="5880" r="23750" b="58074"/>
            <a:stretch>
              <a:fillRect/>
            </a:stretch>
          </p:blipFill>
          <p:spPr>
            <a:xfrm>
              <a:off x="13293" y="2277"/>
              <a:ext cx="1546" cy="2250"/>
            </a:xfrm>
            <a:prstGeom prst="rect">
              <a:avLst/>
            </a:prstGeom>
          </p:spPr>
        </p:pic>
        <p:pic>
          <p:nvPicPr>
            <p:cNvPr id="37" name="图片 36" descr="对比图"/>
            <p:cNvPicPr>
              <a:picLocks noChangeAspect="1"/>
            </p:cNvPicPr>
            <p:nvPr/>
          </p:nvPicPr>
          <p:blipFill>
            <a:blip r:embed="rId13"/>
            <a:srcRect l="83943" t="5880" r="8187" b="58074"/>
            <a:stretch>
              <a:fillRect/>
            </a:stretch>
          </p:blipFill>
          <p:spPr>
            <a:xfrm>
              <a:off x="14844" y="2277"/>
              <a:ext cx="1511" cy="2250"/>
            </a:xfrm>
            <a:prstGeom prst="rect">
              <a:avLst/>
            </a:prstGeom>
          </p:spPr>
        </p:pic>
        <p:pic>
          <p:nvPicPr>
            <p:cNvPr id="39" name="图片 38" descr="对比图"/>
            <p:cNvPicPr>
              <a:picLocks noChangeAspect="1"/>
            </p:cNvPicPr>
            <p:nvPr/>
          </p:nvPicPr>
          <p:blipFill>
            <a:blip r:embed="rId13"/>
            <a:srcRect t="63537" r="91307"/>
            <a:stretch>
              <a:fillRect/>
            </a:stretch>
          </p:blipFill>
          <p:spPr>
            <a:xfrm>
              <a:off x="207" y="5625"/>
              <a:ext cx="1669" cy="2276"/>
            </a:xfrm>
            <a:prstGeom prst="rect">
              <a:avLst/>
            </a:prstGeom>
          </p:spPr>
        </p:pic>
        <p:pic>
          <p:nvPicPr>
            <p:cNvPr id="40" name="图片 39" descr="对比图"/>
            <p:cNvPicPr>
              <a:picLocks noChangeAspect="1"/>
            </p:cNvPicPr>
            <p:nvPr/>
          </p:nvPicPr>
          <p:blipFill>
            <a:blip r:embed="rId13"/>
            <a:srcRect l="17292" t="63537" r="74182"/>
            <a:stretch>
              <a:fillRect/>
            </a:stretch>
          </p:blipFill>
          <p:spPr>
            <a:xfrm>
              <a:off x="1873" y="5630"/>
              <a:ext cx="1637" cy="2276"/>
            </a:xfrm>
            <a:prstGeom prst="rect">
              <a:avLst/>
            </a:prstGeom>
          </p:spPr>
        </p:pic>
        <p:pic>
          <p:nvPicPr>
            <p:cNvPr id="41" name="图片 40" descr="对比图"/>
            <p:cNvPicPr>
              <a:picLocks noChangeAspect="1"/>
            </p:cNvPicPr>
            <p:nvPr/>
          </p:nvPicPr>
          <p:blipFill>
            <a:blip r:embed="rId13"/>
            <a:srcRect l="34708" t="63537" r="56469"/>
            <a:stretch>
              <a:fillRect/>
            </a:stretch>
          </p:blipFill>
          <p:spPr>
            <a:xfrm>
              <a:off x="6859" y="5641"/>
              <a:ext cx="1694" cy="2276"/>
            </a:xfrm>
            <a:prstGeom prst="rect">
              <a:avLst/>
            </a:prstGeom>
          </p:spPr>
        </p:pic>
        <p:pic>
          <p:nvPicPr>
            <p:cNvPr id="43" name="图片 42" descr="对比图"/>
            <p:cNvPicPr>
              <a:picLocks noChangeAspect="1"/>
            </p:cNvPicPr>
            <p:nvPr/>
          </p:nvPicPr>
          <p:blipFill>
            <a:blip r:embed="rId13"/>
            <a:srcRect l="59760" t="63537" r="32443"/>
            <a:stretch>
              <a:fillRect/>
            </a:stretch>
          </p:blipFill>
          <p:spPr>
            <a:xfrm>
              <a:off x="8590" y="5653"/>
              <a:ext cx="1497" cy="2276"/>
            </a:xfrm>
            <a:prstGeom prst="rect">
              <a:avLst/>
            </a:prstGeom>
          </p:spPr>
        </p:pic>
        <p:pic>
          <p:nvPicPr>
            <p:cNvPr id="44" name="图片 43" descr="对比图"/>
            <p:cNvPicPr>
              <a:picLocks noChangeAspect="1"/>
            </p:cNvPicPr>
            <p:nvPr/>
          </p:nvPicPr>
          <p:blipFill>
            <a:blip r:embed="rId13"/>
            <a:srcRect l="68802" t="63537" r="23703"/>
            <a:stretch>
              <a:fillRect/>
            </a:stretch>
          </p:blipFill>
          <p:spPr>
            <a:xfrm>
              <a:off x="13405" y="5653"/>
              <a:ext cx="1439" cy="2276"/>
            </a:xfrm>
            <a:prstGeom prst="rect">
              <a:avLst/>
            </a:prstGeom>
          </p:spPr>
        </p:pic>
        <p:pic>
          <p:nvPicPr>
            <p:cNvPr id="45" name="图片 44" descr="对比图"/>
            <p:cNvPicPr>
              <a:picLocks noChangeAspect="1"/>
            </p:cNvPicPr>
            <p:nvPr/>
          </p:nvPicPr>
          <p:blipFill>
            <a:blip r:embed="rId13"/>
            <a:srcRect l="84203" t="63537" r="8245"/>
            <a:stretch>
              <a:fillRect/>
            </a:stretch>
          </p:blipFill>
          <p:spPr>
            <a:xfrm>
              <a:off x="14909" y="5653"/>
              <a:ext cx="1450" cy="2276"/>
            </a:xfrm>
            <a:prstGeom prst="rect">
              <a:avLst/>
            </a:prstGeom>
          </p:spPr>
        </p:pic>
        <p:pic>
          <p:nvPicPr>
            <p:cNvPr id="59" name="图片 58"/>
            <p:cNvPicPr preferRelativeResize="0"/>
            <p:nvPr/>
          </p:nvPicPr>
          <p:blipFill>
            <a:blip r:embed="rId14"/>
            <a:stretch>
              <a:fillRect/>
            </a:stretch>
          </p:blipFill>
          <p:spPr>
            <a:xfrm>
              <a:off x="3520" y="2362"/>
              <a:ext cx="1593" cy="1054"/>
            </a:xfrm>
            <a:prstGeom prst="rect">
              <a:avLst/>
            </a:prstGeom>
          </p:spPr>
        </p:pic>
        <p:pic>
          <p:nvPicPr>
            <p:cNvPr id="60" name="图片 59"/>
            <p:cNvPicPr preferRelativeResize="0"/>
            <p:nvPr/>
          </p:nvPicPr>
          <p:blipFill>
            <a:blip r:embed="rId15"/>
            <a:stretch>
              <a:fillRect/>
            </a:stretch>
          </p:blipFill>
          <p:spPr>
            <a:xfrm>
              <a:off x="5152" y="2387"/>
              <a:ext cx="1593" cy="1026"/>
            </a:xfrm>
            <a:prstGeom prst="rect">
              <a:avLst/>
            </a:prstGeom>
          </p:spPr>
        </p:pic>
        <p:pic>
          <p:nvPicPr>
            <p:cNvPr id="61" name="图片 60"/>
            <p:cNvPicPr preferRelativeResize="0"/>
            <p:nvPr/>
          </p:nvPicPr>
          <p:blipFill>
            <a:blip r:embed="rId16"/>
            <a:stretch>
              <a:fillRect/>
            </a:stretch>
          </p:blipFill>
          <p:spPr>
            <a:xfrm>
              <a:off x="10159" y="2362"/>
              <a:ext cx="1474" cy="1081"/>
            </a:xfrm>
            <a:prstGeom prst="rect">
              <a:avLst/>
            </a:prstGeom>
          </p:spPr>
        </p:pic>
        <p:pic>
          <p:nvPicPr>
            <p:cNvPr id="62" name="图片 61"/>
            <p:cNvPicPr preferRelativeResize="0"/>
            <p:nvPr/>
          </p:nvPicPr>
          <p:blipFill>
            <a:blip r:embed="rId17"/>
            <a:stretch>
              <a:fillRect/>
            </a:stretch>
          </p:blipFill>
          <p:spPr>
            <a:xfrm>
              <a:off x="11707" y="2358"/>
              <a:ext cx="1474" cy="1081"/>
            </a:xfrm>
            <a:prstGeom prst="rect">
              <a:avLst/>
            </a:prstGeom>
          </p:spPr>
        </p:pic>
        <p:pic>
          <p:nvPicPr>
            <p:cNvPr id="63" name="图片 62"/>
            <p:cNvPicPr preferRelativeResize="0"/>
            <p:nvPr/>
          </p:nvPicPr>
          <p:blipFill>
            <a:blip r:embed="rId18"/>
            <a:stretch>
              <a:fillRect/>
            </a:stretch>
          </p:blipFill>
          <p:spPr>
            <a:xfrm>
              <a:off x="16384" y="2358"/>
              <a:ext cx="1389" cy="1075"/>
            </a:xfrm>
            <a:prstGeom prst="rect">
              <a:avLst/>
            </a:prstGeom>
          </p:spPr>
        </p:pic>
        <p:pic>
          <p:nvPicPr>
            <p:cNvPr id="64" name="图片 63"/>
            <p:cNvPicPr preferRelativeResize="0"/>
            <p:nvPr/>
          </p:nvPicPr>
          <p:blipFill>
            <a:blip r:embed="rId19"/>
            <a:stretch>
              <a:fillRect/>
            </a:stretch>
          </p:blipFill>
          <p:spPr>
            <a:xfrm>
              <a:off x="17845" y="2354"/>
              <a:ext cx="1434" cy="1075"/>
            </a:xfrm>
            <a:prstGeom prst="rect">
              <a:avLst/>
            </a:prstGeom>
          </p:spPr>
        </p:pic>
        <p:pic>
          <p:nvPicPr>
            <p:cNvPr id="65" name="图片 64"/>
            <p:cNvPicPr preferRelativeResize="0"/>
            <p:nvPr/>
          </p:nvPicPr>
          <p:blipFill>
            <a:blip r:embed="rId20"/>
            <a:stretch>
              <a:fillRect/>
            </a:stretch>
          </p:blipFill>
          <p:spPr>
            <a:xfrm>
              <a:off x="3520" y="3470"/>
              <a:ext cx="1593" cy="1057"/>
            </a:xfrm>
            <a:prstGeom prst="rect">
              <a:avLst/>
            </a:prstGeom>
          </p:spPr>
        </p:pic>
        <p:pic>
          <p:nvPicPr>
            <p:cNvPr id="66" name="图片 65"/>
            <p:cNvPicPr preferRelativeResize="0"/>
            <p:nvPr/>
          </p:nvPicPr>
          <p:blipFill>
            <a:blip r:embed="rId21"/>
            <a:stretch>
              <a:fillRect/>
            </a:stretch>
          </p:blipFill>
          <p:spPr>
            <a:xfrm>
              <a:off x="5152" y="3470"/>
              <a:ext cx="1593" cy="1041"/>
            </a:xfrm>
            <a:prstGeom prst="rect">
              <a:avLst/>
            </a:prstGeom>
          </p:spPr>
        </p:pic>
        <p:pic>
          <p:nvPicPr>
            <p:cNvPr id="67" name="图片 66"/>
            <p:cNvPicPr preferRelativeResize="0"/>
            <p:nvPr/>
          </p:nvPicPr>
          <p:blipFill>
            <a:blip r:embed="rId22"/>
            <a:stretch>
              <a:fillRect/>
            </a:stretch>
          </p:blipFill>
          <p:spPr>
            <a:xfrm>
              <a:off x="10159" y="3491"/>
              <a:ext cx="1474" cy="1040"/>
            </a:xfrm>
            <a:prstGeom prst="rect">
              <a:avLst/>
            </a:prstGeom>
          </p:spPr>
        </p:pic>
        <p:pic>
          <p:nvPicPr>
            <p:cNvPr id="68" name="图片 67"/>
            <p:cNvPicPr preferRelativeResize="0"/>
            <p:nvPr/>
          </p:nvPicPr>
          <p:blipFill>
            <a:blip r:embed="rId23"/>
            <a:stretch>
              <a:fillRect/>
            </a:stretch>
          </p:blipFill>
          <p:spPr>
            <a:xfrm>
              <a:off x="11707" y="3491"/>
              <a:ext cx="1474" cy="1036"/>
            </a:xfrm>
            <a:prstGeom prst="rect">
              <a:avLst/>
            </a:prstGeom>
          </p:spPr>
        </p:pic>
        <p:pic>
          <p:nvPicPr>
            <p:cNvPr id="69" name="图片 68"/>
            <p:cNvPicPr preferRelativeResize="0"/>
            <p:nvPr/>
          </p:nvPicPr>
          <p:blipFill>
            <a:blip r:embed="rId24"/>
            <a:stretch>
              <a:fillRect/>
            </a:stretch>
          </p:blipFill>
          <p:spPr>
            <a:xfrm>
              <a:off x="16384" y="3472"/>
              <a:ext cx="1389" cy="1039"/>
            </a:xfrm>
            <a:prstGeom prst="rect">
              <a:avLst/>
            </a:prstGeom>
          </p:spPr>
        </p:pic>
        <p:pic>
          <p:nvPicPr>
            <p:cNvPr id="70" name="图片 69"/>
            <p:cNvPicPr preferRelativeResize="0"/>
            <p:nvPr/>
          </p:nvPicPr>
          <p:blipFill>
            <a:blip r:embed="rId25"/>
            <a:stretch>
              <a:fillRect/>
            </a:stretch>
          </p:blipFill>
          <p:spPr>
            <a:xfrm>
              <a:off x="17839" y="3470"/>
              <a:ext cx="1434" cy="1057"/>
            </a:xfrm>
            <a:prstGeom prst="rect">
              <a:avLst/>
            </a:prstGeom>
          </p:spPr>
        </p:pic>
        <p:pic>
          <p:nvPicPr>
            <p:cNvPr id="73" name="图片 72" descr="图层 3"/>
            <p:cNvPicPr preferRelativeResize="0"/>
            <p:nvPr/>
          </p:nvPicPr>
          <p:blipFill>
            <a:blip r:embed="rId26"/>
            <a:stretch>
              <a:fillRect/>
            </a:stretch>
          </p:blipFill>
          <p:spPr>
            <a:xfrm>
              <a:off x="3520" y="5641"/>
              <a:ext cx="1593" cy="1060"/>
            </a:xfrm>
            <a:prstGeom prst="rect">
              <a:avLst/>
            </a:prstGeom>
          </p:spPr>
        </p:pic>
        <p:pic>
          <p:nvPicPr>
            <p:cNvPr id="74" name="图片 73" descr="图层 4"/>
            <p:cNvPicPr preferRelativeResize="0"/>
            <p:nvPr/>
          </p:nvPicPr>
          <p:blipFill>
            <a:blip r:embed="rId27"/>
            <a:stretch>
              <a:fillRect/>
            </a:stretch>
          </p:blipFill>
          <p:spPr>
            <a:xfrm>
              <a:off x="3520" y="6763"/>
              <a:ext cx="1593" cy="1062"/>
            </a:xfrm>
            <a:prstGeom prst="rect">
              <a:avLst/>
            </a:prstGeom>
          </p:spPr>
        </p:pic>
        <p:pic>
          <p:nvPicPr>
            <p:cNvPr id="75" name="图片 74" descr="图层 5"/>
            <p:cNvPicPr preferRelativeResize="0"/>
            <p:nvPr/>
          </p:nvPicPr>
          <p:blipFill>
            <a:blip r:embed="rId28"/>
            <a:stretch>
              <a:fillRect/>
            </a:stretch>
          </p:blipFill>
          <p:spPr>
            <a:xfrm>
              <a:off x="5152" y="6763"/>
              <a:ext cx="1593" cy="1062"/>
            </a:xfrm>
            <a:prstGeom prst="rect">
              <a:avLst/>
            </a:prstGeom>
          </p:spPr>
        </p:pic>
        <p:pic>
          <p:nvPicPr>
            <p:cNvPr id="76" name="图片 75" descr="图层 6"/>
            <p:cNvPicPr preferRelativeResize="0"/>
            <p:nvPr/>
          </p:nvPicPr>
          <p:blipFill>
            <a:blip r:embed="rId29"/>
            <a:stretch>
              <a:fillRect/>
            </a:stretch>
          </p:blipFill>
          <p:spPr>
            <a:xfrm>
              <a:off x="5152" y="5637"/>
              <a:ext cx="1593" cy="1060"/>
            </a:xfrm>
            <a:prstGeom prst="rect">
              <a:avLst/>
            </a:prstGeom>
          </p:spPr>
        </p:pic>
        <p:pic>
          <p:nvPicPr>
            <p:cNvPr id="77" name="图片 76"/>
            <p:cNvPicPr preferRelativeResize="0"/>
            <p:nvPr/>
          </p:nvPicPr>
          <p:blipFill>
            <a:blip r:embed="rId30"/>
            <a:stretch>
              <a:fillRect/>
            </a:stretch>
          </p:blipFill>
          <p:spPr>
            <a:xfrm>
              <a:off x="10147" y="5687"/>
              <a:ext cx="1474" cy="1037"/>
            </a:xfrm>
            <a:prstGeom prst="rect">
              <a:avLst/>
            </a:prstGeom>
          </p:spPr>
        </p:pic>
        <p:pic>
          <p:nvPicPr>
            <p:cNvPr id="78" name="图片 77"/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10147" y="6792"/>
              <a:ext cx="1474" cy="1075"/>
            </a:xfrm>
            <a:prstGeom prst="rect">
              <a:avLst/>
            </a:prstGeom>
          </p:spPr>
        </p:pic>
        <p:pic>
          <p:nvPicPr>
            <p:cNvPr id="79" name="图片 78"/>
            <p:cNvPicPr preferRelativeResize="0"/>
            <p:nvPr/>
          </p:nvPicPr>
          <p:blipFill>
            <a:blip r:embed="rId32"/>
            <a:stretch>
              <a:fillRect/>
            </a:stretch>
          </p:blipFill>
          <p:spPr>
            <a:xfrm>
              <a:off x="11707" y="5686"/>
              <a:ext cx="1474" cy="1048"/>
            </a:xfrm>
            <a:prstGeom prst="rect">
              <a:avLst/>
            </a:prstGeom>
          </p:spPr>
        </p:pic>
        <p:pic>
          <p:nvPicPr>
            <p:cNvPr id="80" name="图片 79"/>
            <p:cNvPicPr preferRelativeResize="0"/>
            <p:nvPr/>
          </p:nvPicPr>
          <p:blipFill>
            <a:blip r:embed="rId33"/>
            <a:stretch>
              <a:fillRect/>
            </a:stretch>
          </p:blipFill>
          <p:spPr>
            <a:xfrm>
              <a:off x="11707" y="6792"/>
              <a:ext cx="1474" cy="1075"/>
            </a:xfrm>
            <a:prstGeom prst="rect">
              <a:avLst/>
            </a:prstGeom>
          </p:spPr>
        </p:pic>
        <p:pic>
          <p:nvPicPr>
            <p:cNvPr id="81" name="图片 80"/>
            <p:cNvPicPr preferRelativeResize="0"/>
            <p:nvPr/>
          </p:nvPicPr>
          <p:blipFill>
            <a:blip r:embed="rId34"/>
            <a:stretch>
              <a:fillRect/>
            </a:stretch>
          </p:blipFill>
          <p:spPr>
            <a:xfrm>
              <a:off x="16384" y="5651"/>
              <a:ext cx="1389" cy="1083"/>
            </a:xfrm>
            <a:prstGeom prst="rect">
              <a:avLst/>
            </a:prstGeom>
          </p:spPr>
        </p:pic>
        <p:pic>
          <p:nvPicPr>
            <p:cNvPr id="82" name="图片 81"/>
            <p:cNvPicPr preferRelativeResize="0"/>
            <p:nvPr/>
          </p:nvPicPr>
          <p:blipFill>
            <a:blip r:embed="rId35"/>
            <a:stretch>
              <a:fillRect/>
            </a:stretch>
          </p:blipFill>
          <p:spPr>
            <a:xfrm>
              <a:off x="16384" y="6810"/>
              <a:ext cx="1389" cy="1037"/>
            </a:xfrm>
            <a:prstGeom prst="rect">
              <a:avLst/>
            </a:prstGeom>
          </p:spPr>
        </p:pic>
        <p:pic>
          <p:nvPicPr>
            <p:cNvPr id="83" name="图片 82"/>
            <p:cNvPicPr preferRelativeResize="0"/>
            <p:nvPr/>
          </p:nvPicPr>
          <p:blipFill>
            <a:blip r:embed="rId36"/>
            <a:stretch>
              <a:fillRect/>
            </a:stretch>
          </p:blipFill>
          <p:spPr>
            <a:xfrm>
              <a:off x="17845" y="5653"/>
              <a:ext cx="1427" cy="1081"/>
            </a:xfrm>
            <a:prstGeom prst="rect">
              <a:avLst/>
            </a:prstGeom>
          </p:spPr>
        </p:pic>
        <p:pic>
          <p:nvPicPr>
            <p:cNvPr id="84" name="图片 83"/>
            <p:cNvPicPr preferRelativeResize="0"/>
            <p:nvPr/>
          </p:nvPicPr>
          <p:blipFill>
            <a:blip r:embed="rId37"/>
            <a:stretch>
              <a:fillRect/>
            </a:stretch>
          </p:blipFill>
          <p:spPr>
            <a:xfrm>
              <a:off x="17845" y="6804"/>
              <a:ext cx="1433" cy="1034"/>
            </a:xfrm>
            <a:prstGeom prst="rect">
              <a:avLst/>
            </a:prstGeom>
          </p:spPr>
        </p:pic>
        <p:pic>
          <p:nvPicPr>
            <p:cNvPr id="85" name="图片 84" descr="1044173"/>
            <p:cNvPicPr preferRelativeResize="0"/>
            <p:nvPr/>
          </p:nvPicPr>
          <p:blipFill>
            <a:blip r:embed="rId38"/>
            <a:stretch>
              <a:fillRect/>
            </a:stretch>
          </p:blipFill>
          <p:spPr>
            <a:xfrm>
              <a:off x="3520" y="4570"/>
              <a:ext cx="1593" cy="1023"/>
            </a:xfrm>
            <a:prstGeom prst="rect">
              <a:avLst/>
            </a:prstGeom>
          </p:spPr>
        </p:pic>
        <p:pic>
          <p:nvPicPr>
            <p:cNvPr id="86" name="图片 85" descr="4097292"/>
            <p:cNvPicPr preferRelativeResize="0"/>
            <p:nvPr/>
          </p:nvPicPr>
          <p:blipFill>
            <a:blip r:embed="rId39"/>
            <a:stretch>
              <a:fillRect/>
            </a:stretch>
          </p:blipFill>
          <p:spPr>
            <a:xfrm>
              <a:off x="5152" y="4542"/>
              <a:ext cx="1593" cy="1054"/>
            </a:xfrm>
            <a:prstGeom prst="rect">
              <a:avLst/>
            </a:prstGeom>
          </p:spPr>
        </p:pic>
        <p:pic>
          <p:nvPicPr>
            <p:cNvPr id="87" name="图片 86" descr="coffeecup_031"/>
            <p:cNvPicPr preferRelativeResize="0"/>
            <p:nvPr/>
          </p:nvPicPr>
          <p:blipFill>
            <a:blip r:embed="rId40"/>
            <a:stretch>
              <a:fillRect/>
            </a:stretch>
          </p:blipFill>
          <p:spPr>
            <a:xfrm>
              <a:off x="10159" y="4570"/>
              <a:ext cx="1474" cy="1022"/>
            </a:xfrm>
            <a:prstGeom prst="rect">
              <a:avLst/>
            </a:prstGeom>
          </p:spPr>
        </p:pic>
        <p:pic>
          <p:nvPicPr>
            <p:cNvPr id="88" name="图片 87" descr="coffeecup_036"/>
            <p:cNvPicPr preferRelativeResize="0"/>
            <p:nvPr/>
          </p:nvPicPr>
          <p:blipFill>
            <a:blip r:embed="rId41"/>
            <a:stretch>
              <a:fillRect/>
            </a:stretch>
          </p:blipFill>
          <p:spPr>
            <a:xfrm>
              <a:off x="11707" y="4570"/>
              <a:ext cx="1474" cy="1023"/>
            </a:xfrm>
            <a:prstGeom prst="rect">
              <a:avLst/>
            </a:prstGeom>
          </p:spPr>
        </p:pic>
        <p:pic>
          <p:nvPicPr>
            <p:cNvPr id="89" name="图片 88" descr="ILSVRC2012_val_00014008"/>
            <p:cNvPicPr preferRelativeResize="0"/>
            <p:nvPr/>
          </p:nvPicPr>
          <p:blipFill>
            <a:blip r:embed="rId42"/>
            <a:stretch>
              <a:fillRect/>
            </a:stretch>
          </p:blipFill>
          <p:spPr>
            <a:xfrm>
              <a:off x="16384" y="4565"/>
              <a:ext cx="1389" cy="1054"/>
            </a:xfrm>
            <a:prstGeom prst="rect">
              <a:avLst/>
            </a:prstGeom>
          </p:spPr>
        </p:pic>
        <p:pic>
          <p:nvPicPr>
            <p:cNvPr id="90" name="图片 89" descr="ILSVRC2012_val_00024483"/>
            <p:cNvPicPr preferRelativeResize="0"/>
            <p:nvPr/>
          </p:nvPicPr>
          <p:blipFill>
            <a:blip r:embed="rId43"/>
            <a:stretch>
              <a:fillRect/>
            </a:stretch>
          </p:blipFill>
          <p:spPr>
            <a:xfrm>
              <a:off x="17845" y="4564"/>
              <a:ext cx="1426" cy="1054"/>
            </a:xfrm>
            <a:prstGeom prst="rect">
              <a:avLst/>
            </a:prstGeom>
          </p:spPr>
        </p:pic>
        <p:sp>
          <p:nvSpPr>
            <p:cNvPr id="31" name="矩形 30"/>
            <p:cNvSpPr/>
            <p:nvPr/>
          </p:nvSpPr>
          <p:spPr>
            <a:xfrm>
              <a:off x="225" y="4548"/>
              <a:ext cx="19058" cy="1093"/>
            </a:xfrm>
            <a:prstGeom prst="rect">
              <a:avLst/>
            </a:prstGeom>
            <a:noFill/>
            <a:ln w="38100" cmpd="sng">
              <a:solidFill>
                <a:srgbClr val="FF0000">
                  <a:alpha val="98000"/>
                </a:srgbClr>
              </a:solidFill>
              <a:prstDash val="solid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4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252" name="组合 251"/>
          <p:cNvGrpSpPr/>
          <p:nvPr/>
        </p:nvGrpSpPr>
        <p:grpSpPr>
          <a:xfrm>
            <a:off x="-749300" y="-3060700"/>
            <a:ext cx="13752195" cy="9364345"/>
            <a:chOff x="-6296" y="-4127"/>
            <a:chExt cx="21657" cy="14747"/>
          </a:xfrm>
        </p:grpSpPr>
        <p:sp>
          <p:nvSpPr>
            <p:cNvPr id="14" name="圆角矩形 13"/>
            <p:cNvSpPr/>
            <p:nvPr/>
          </p:nvSpPr>
          <p:spPr>
            <a:xfrm>
              <a:off x="-6296" y="-4127"/>
              <a:ext cx="16699" cy="9271"/>
            </a:xfrm>
            <a:prstGeom prst="roundRect">
              <a:avLst>
                <a:gd name="adj" fmla="val 3893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pic>
          <p:nvPicPr>
            <p:cNvPr id="67" name="图片 66"/>
            <p:cNvPicPr/>
            <p:nvPr/>
          </p:nvPicPr>
          <p:blipFill>
            <a:blip r:embed="rId10">
              <a:alphaModFix amt="80000"/>
            </a:blip>
            <a:srcRect l="6471" t="-1544" r="6552" b="1544"/>
            <a:stretch>
              <a:fillRect/>
            </a:stretch>
          </p:blipFill>
          <p:spPr>
            <a:xfrm>
              <a:off x="11188" y="1168"/>
              <a:ext cx="3226" cy="2072"/>
            </a:xfrm>
            <a:prstGeom prst="rect">
              <a:avLst/>
            </a:prstGeom>
          </p:spPr>
        </p:pic>
        <p:pic>
          <p:nvPicPr>
            <p:cNvPr id="68" name="图片 67"/>
            <p:cNvPicPr/>
            <p:nvPr/>
          </p:nvPicPr>
          <p:blipFill>
            <a:blip r:embed="rId11"/>
            <a:srcRect t="8111" b="8556"/>
            <a:stretch>
              <a:fillRect/>
            </a:stretch>
          </p:blipFill>
          <p:spPr>
            <a:xfrm>
              <a:off x="11244" y="1095"/>
              <a:ext cx="3170" cy="2073"/>
            </a:xfrm>
            <a:prstGeom prst="rect">
              <a:avLst/>
            </a:prstGeom>
          </p:spPr>
        </p:pic>
        <p:pic>
          <p:nvPicPr>
            <p:cNvPr id="26" name="图片 25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-5799" y="-463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-5799" y="-2659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4"/>
              </p:custDataLst>
            </p:nvPr>
          </p:nvSpPr>
          <p:spPr>
            <a:xfrm rot="16200000">
              <a:off x="-2698" y="32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5"/>
              </p:custDataLst>
            </p:nvPr>
          </p:nvSpPr>
          <p:spPr>
            <a:xfrm>
              <a:off x="-2162" y="258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6"/>
              </p:custDataLst>
            </p:nvPr>
          </p:nvSpPr>
          <p:spPr>
            <a:xfrm rot="5400000">
              <a:off x="-4937" y="2040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7"/>
              </p:custDataLst>
            </p:nvPr>
          </p:nvSpPr>
          <p:spPr>
            <a:xfrm>
              <a:off x="-5980" y="-2811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8"/>
              </p:custDataLst>
            </p:nvPr>
          </p:nvCxnSpPr>
          <p:spPr>
            <a:xfrm flipV="1">
              <a:off x="-2627" y="695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19"/>
              </p:custDataLst>
            </p:nvPr>
          </p:nvSpPr>
          <p:spPr>
            <a:xfrm rot="16200000">
              <a:off x="1761" y="-579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20">
              <a:alphaModFix amt="60000"/>
            </a:blip>
            <a:stretch>
              <a:fillRect/>
            </a:stretch>
          </p:blipFill>
          <p:spPr>
            <a:xfrm>
              <a:off x="2173" y="-39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21"/>
                  </p:custDataLst>
                </p:nvPr>
              </p:nvSpPr>
              <p:spPr>
                <a:xfrm>
                  <a:off x="-1078" y="1530"/>
                  <a:ext cx="2832" cy="1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2"/>
                  </p:custDataLst>
                </p:nvPr>
              </p:nvSpPr>
              <p:spPr>
                <a:xfrm>
                  <a:off x="-1078" y="1530"/>
                  <a:ext cx="2832" cy="1189"/>
                </a:xfrm>
                <a:prstGeom prst="rect">
                  <a:avLst/>
                </a:prstGeom>
                <a:blipFill rotWithShape="1">
                  <a:blip r:embed="rId2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4"/>
              </p:custDataLst>
            </p:nvPr>
          </p:nvSpPr>
          <p:spPr>
            <a:xfrm>
              <a:off x="1609" y="57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5"/>
              </p:custDataLst>
            </p:nvPr>
          </p:nvCxnSpPr>
          <p:spPr>
            <a:xfrm flipV="1">
              <a:off x="-776" y="694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6"/>
              </p:custDataLst>
            </p:nvPr>
          </p:nvCxnSpPr>
          <p:spPr>
            <a:xfrm>
              <a:off x="1289" y="698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7"/>
              </p:custDataLst>
            </p:nvPr>
          </p:nvSpPr>
          <p:spPr>
            <a:xfrm>
              <a:off x="4875" y="-3209"/>
              <a:ext cx="2453" cy="4969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8"/>
              </p:custDataLst>
            </p:nvPr>
          </p:nvCxnSpPr>
          <p:spPr>
            <a:xfrm>
              <a:off x="4307" y="694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8781" y="-1228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4452" y="-4913"/>
              <a:ext cx="1138" cy="8979"/>
            </a:xfrm>
            <a:prstGeom prst="bentConnector3">
              <a:avLst>
                <a:gd name="adj1" fmla="val 348637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7328" y="-724"/>
              <a:ext cx="1633" cy="2584"/>
            </a:xfrm>
            <a:prstGeom prst="bentConnector3">
              <a:avLst>
                <a:gd name="adj1" fmla="val 5003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 rot="0">
              <a:off x="9251" y="-993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8755" y="342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5" y="342"/>
                  <a:ext cx="3183" cy="1016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8683" y="2758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𝝎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" y="2758"/>
                  <a:ext cx="2042" cy="1452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-5505" y="-3394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 rot="0">
              <a:off x="-243" y="-90"/>
              <a:ext cx="1548" cy="1605"/>
              <a:chOff x="6022" y="2993"/>
              <a:chExt cx="1548" cy="1605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4505" y="-3484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 rot="0">
              <a:off x="8961" y="1529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-5798" y="2191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4935" y="-3161"/>
              <a:ext cx="2345" cy="1545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4936" y="-1578"/>
              <a:ext cx="2344" cy="1546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4927" y="182"/>
              <a:ext cx="2353" cy="1547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5"/>
              </p:custDataLst>
            </p:nvPr>
          </p:nvSpPr>
          <p:spPr>
            <a:xfrm>
              <a:off x="5757" y="-431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223" name="圆角矩形 222"/>
            <p:cNvSpPr/>
            <p:nvPr/>
          </p:nvSpPr>
          <p:spPr>
            <a:xfrm>
              <a:off x="1034" y="3240"/>
              <a:ext cx="7603" cy="1735"/>
            </a:xfrm>
            <a:prstGeom prst="roundRect">
              <a:avLst>
                <a:gd name="adj" fmla="val 749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44" name="文本框 243"/>
            <p:cNvSpPr txBox="1"/>
            <p:nvPr>
              <p:custDataLst>
                <p:tags r:id="rId36"/>
              </p:custDataLst>
            </p:nvPr>
          </p:nvSpPr>
          <p:spPr>
            <a:xfrm>
              <a:off x="-5153" y="823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0599" y="-4127"/>
              <a:ext cx="4762" cy="14747"/>
            </a:xfrm>
            <a:prstGeom prst="roundRect">
              <a:avLst>
                <a:gd name="adj" fmla="val 552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249" y="-3789"/>
              <a:ext cx="13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ACRE</a:t>
              </a:r>
              <a:endParaRPr lang="en-US" altLang="zh-CN" b="1"/>
            </a:p>
          </p:txBody>
        </p:sp>
        <p:grpSp>
          <p:nvGrpSpPr>
            <p:cNvPr id="165" name="组合 164"/>
            <p:cNvGrpSpPr/>
            <p:nvPr/>
          </p:nvGrpSpPr>
          <p:grpSpPr>
            <a:xfrm rot="0">
              <a:off x="11769" y="-2027"/>
              <a:ext cx="1793" cy="834"/>
              <a:chOff x="7764" y="4730"/>
              <a:chExt cx="1793" cy="834"/>
            </a:xfrm>
          </p:grpSpPr>
          <p:pic>
            <p:nvPicPr>
              <p:cNvPr id="153" name="图片 152"/>
              <p:cNvPicPr/>
              <p:nvPr/>
            </p:nvPicPr>
            <p:blipFill>
              <a:blip r:embed="rId37"/>
              <a:srcRect l="38871" t="36827" r="51912" b="55558"/>
              <a:stretch>
                <a:fillRect/>
              </a:stretch>
            </p:blipFill>
            <p:spPr>
              <a:xfrm>
                <a:off x="7764" y="4730"/>
                <a:ext cx="1793" cy="834"/>
              </a:xfrm>
              <a:prstGeom prst="rect">
                <a:avLst/>
              </a:prstGeom>
            </p:spPr>
          </p:pic>
          <p:cxnSp>
            <p:nvCxnSpPr>
              <p:cNvPr id="154" name="直接连接符 153"/>
              <p:cNvCxnSpPr/>
              <p:nvPr/>
            </p:nvCxnSpPr>
            <p:spPr>
              <a:xfrm flipV="1">
                <a:off x="8076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flipV="1">
                <a:off x="8314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flipV="1">
                <a:off x="8573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flipV="1">
                <a:off x="8840" y="4764"/>
                <a:ext cx="382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flipH="1">
                <a:off x="9294" y="4984"/>
                <a:ext cx="1" cy="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>
                <a:off x="8072" y="4872"/>
                <a:ext cx="1203" cy="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>
                <a:off x="7782" y="5298"/>
                <a:ext cx="1353" cy="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V="1">
                <a:off x="9135" y="5001"/>
                <a:ext cx="390" cy="2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flipV="1">
                <a:off x="8072" y="5270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V="1">
                <a:off x="8336" y="5273"/>
                <a:ext cx="386" cy="256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flipV="1">
                <a:off x="8582" y="5264"/>
                <a:ext cx="404" cy="268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6" name="文本框 165"/>
            <p:cNvSpPr txBox="1"/>
            <p:nvPr/>
          </p:nvSpPr>
          <p:spPr>
            <a:xfrm>
              <a:off x="11508" y="-2501"/>
              <a:ext cx="320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prototype pooling</a:t>
              </a:r>
              <a:endParaRPr lang="en-US" altLang="zh-CN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立方体 166"/>
                <p:cNvSpPr/>
                <p:nvPr/>
              </p:nvSpPr>
              <p:spPr>
                <a:xfrm>
                  <a:off x="12207" y="-805"/>
                  <a:ext cx="720" cy="720"/>
                </a:xfrm>
                <a:prstGeom prst="cube">
                  <a:avLst/>
                </a:prstGeom>
                <a:solidFill>
                  <a:srgbClr val="9DC3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𝐏</m:t>
                        </m:r>
                      </m:oMath>
                    </m:oMathPara>
                  </a14:m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7" name="立方体 1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7" y="-805"/>
                  <a:ext cx="720" cy="720"/>
                </a:xfrm>
                <a:prstGeom prst="cube">
                  <a:avLst/>
                </a:prstGeom>
                <a:blipFill rotWithShape="1">
                  <a:blip r:embed="rId38"/>
                </a:blip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肘形连接符 167"/>
            <p:cNvCxnSpPr/>
            <p:nvPr/>
          </p:nvCxnSpPr>
          <p:spPr>
            <a:xfrm flipV="1">
              <a:off x="9763" y="-1610"/>
              <a:ext cx="2006" cy="1279"/>
            </a:xfrm>
            <a:prstGeom prst="bentConnector3">
              <a:avLst>
                <a:gd name="adj1" fmla="val 3803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/>
            <p:nvPr/>
          </p:nvCxnSpPr>
          <p:spPr>
            <a:xfrm>
              <a:off x="12507" y="-1196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0" name="肘形连接符 169"/>
            <p:cNvCxnSpPr/>
            <p:nvPr/>
          </p:nvCxnSpPr>
          <p:spPr>
            <a:xfrm flipV="1">
              <a:off x="10046" y="-1610"/>
              <a:ext cx="1723" cy="3701"/>
            </a:xfrm>
            <a:prstGeom prst="bentConnector3">
              <a:avLst>
                <a:gd name="adj1" fmla="val 50029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2" name="椭圆 171"/>
            <p:cNvSpPr/>
            <p:nvPr/>
          </p:nvSpPr>
          <p:spPr>
            <a:xfrm>
              <a:off x="12263" y="306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A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cxnSp>
          <p:nvCxnSpPr>
            <p:cNvPr id="173" name="直接箭头连接符 172"/>
            <p:cNvCxnSpPr/>
            <p:nvPr/>
          </p:nvCxnSpPr>
          <p:spPr>
            <a:xfrm>
              <a:off x="12499" y="-90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12510" y="807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V="1">
              <a:off x="12043" y="-1857"/>
              <a:ext cx="0" cy="48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 flipV="1">
              <a:off x="12049" y="-1598"/>
              <a:ext cx="1245" cy="9"/>
            </a:xfrm>
            <a:prstGeom prst="line">
              <a:avLst/>
            </a:prstGeom>
            <a:ln>
              <a:solidFill>
                <a:schemeClr val="tx1">
                  <a:alpha val="18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12086" y="-1736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12324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12595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12845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11849" y="-1736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9" name="组合 48"/>
            <p:cNvGrpSpPr/>
            <p:nvPr/>
          </p:nvGrpSpPr>
          <p:grpSpPr>
            <a:xfrm rot="0">
              <a:off x="12211" y="3620"/>
              <a:ext cx="532" cy="1033"/>
              <a:chOff x="12257" y="3499"/>
              <a:chExt cx="532" cy="968"/>
            </a:xfrm>
          </p:grpSpPr>
          <p:grpSp>
            <p:nvGrpSpPr>
              <p:cNvPr id="177" name="组合 176"/>
              <p:cNvGrpSpPr/>
              <p:nvPr/>
            </p:nvGrpSpPr>
            <p:grpSpPr>
              <a:xfrm>
                <a:off x="12257" y="3499"/>
                <a:ext cx="532" cy="557"/>
                <a:chOff x="6825" y="5476"/>
                <a:chExt cx="532" cy="557"/>
              </a:xfrm>
            </p:grpSpPr>
            <p:sp>
              <p:nvSpPr>
                <p:cNvPr id="174" name="椭圆 173"/>
                <p:cNvSpPr/>
                <p:nvPr/>
              </p:nvSpPr>
              <p:spPr>
                <a:xfrm>
                  <a:off x="6863" y="5532"/>
                  <a:ext cx="494" cy="5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6" name="文本框 175"/>
                    <p:cNvSpPr txBox="1"/>
                    <p:nvPr/>
                  </p:nvSpPr>
                  <p:spPr>
                    <a:xfrm>
                      <a:off x="6825" y="5476"/>
                      <a:ext cx="312" cy="54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𝝎</m:t>
                            </m:r>
                          </m:oMath>
                        </m:oMathPara>
                      </a14:m>
                      <a:endParaRPr lang="zh-CN" altLang="en-US" b="1"/>
                    </a:p>
                  </p:txBody>
                </p:sp>
              </mc:Choice>
              <mc:Fallback>
                <p:sp>
                  <p:nvSpPr>
                    <p:cNvPr id="176" name="文本框 17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25" y="5476"/>
                      <a:ext cx="312" cy="543"/>
                    </a:xfrm>
                    <a:prstGeom prst="rect">
                      <a:avLst/>
                    </a:prstGeom>
                    <a:blipFill rotWithShape="1">
                      <a:blip r:embed="rId39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62" name="直接箭头连接符 61"/>
              <p:cNvCxnSpPr/>
              <p:nvPr/>
            </p:nvCxnSpPr>
            <p:spPr>
              <a:xfrm>
                <a:off x="12534" y="4066"/>
                <a:ext cx="4" cy="401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63" name="肘形连接符 62"/>
            <p:cNvCxnSpPr/>
            <p:nvPr/>
          </p:nvCxnSpPr>
          <p:spPr>
            <a:xfrm flipV="1">
              <a:off x="13559" y="-1610"/>
              <a:ext cx="5" cy="7812"/>
            </a:xfrm>
            <a:prstGeom prst="bentConnector3">
              <a:avLst>
                <a:gd name="adj1" fmla="val 2380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 rot="5400000">
              <a:off x="13130" y="1116"/>
              <a:ext cx="37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Iterative refinement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011" y="-3778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Noisy initial responses</a:t>
              </a:r>
              <a:endParaRPr lang="en-US" altLang="zh-CN" b="1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-1385" y="5365"/>
              <a:ext cx="11107" cy="4752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511" y="5469"/>
              <a:ext cx="38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Soft-RPF</a:t>
              </a:r>
              <a:endParaRPr lang="en-US" altLang="zh-CN" b="1"/>
            </a:p>
          </p:txBody>
        </p:sp>
        <p:sp>
          <p:nvSpPr>
            <p:cNvPr id="138" name="流程图: 决策 137"/>
            <p:cNvSpPr/>
            <p:nvPr/>
          </p:nvSpPr>
          <p:spPr>
            <a:xfrm rot="5400000">
              <a:off x="9216" y="6322"/>
              <a:ext cx="1801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158" y="641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158" y="6410"/>
                  <a:ext cx="3959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本框 147"/>
                <p:cNvSpPr txBox="1"/>
                <p:nvPr/>
              </p:nvSpPr>
              <p:spPr>
                <a:xfrm>
                  <a:off x="8662" y="6014"/>
                  <a:ext cx="916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ℎ𝑎𝑟𝑑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8" name="文本框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" y="6014"/>
                  <a:ext cx="916" cy="483"/>
                </a:xfrm>
                <a:prstGeom prst="rect">
                  <a:avLst/>
                </a:prstGeom>
                <a:blipFill rotWithShape="1">
                  <a:blip r:embed="rId4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/>
            <p:cNvGrpSpPr/>
            <p:nvPr/>
          </p:nvGrpSpPr>
          <p:grpSpPr>
            <a:xfrm rot="0">
              <a:off x="11194" y="836"/>
              <a:ext cx="3317" cy="2433"/>
              <a:chOff x="15175" y="6411"/>
              <a:chExt cx="3317" cy="2433"/>
            </a:xfrm>
          </p:grpSpPr>
          <p:pic>
            <p:nvPicPr>
              <p:cNvPr id="24" name="图片 23"/>
              <p:cNvPicPr/>
              <p:nvPr/>
            </p:nvPicPr>
            <p:blipFill>
              <a:blip r:embed="rId11"/>
              <a:srcRect t="8111" b="8556"/>
              <a:stretch>
                <a:fillRect/>
              </a:stretch>
            </p:blipFill>
            <p:spPr>
              <a:xfrm>
                <a:off x="15231" y="6699"/>
                <a:ext cx="3170" cy="2073"/>
              </a:xfrm>
              <a:prstGeom prst="rect">
                <a:avLst/>
              </a:prstGeom>
            </p:spPr>
          </p:pic>
          <p:cxnSp>
            <p:nvCxnSpPr>
              <p:cNvPr id="36" name="直接连接符 35"/>
              <p:cNvCxnSpPr/>
              <p:nvPr/>
            </p:nvCxnSpPr>
            <p:spPr>
              <a:xfrm>
                <a:off x="16497" y="6411"/>
                <a:ext cx="3" cy="243"/>
              </a:xfrm>
              <a:prstGeom prst="line">
                <a:avLst/>
              </a:prstGeom>
              <a:ln w="28575" cmpd="sng">
                <a:solidFill>
                  <a:srgbClr val="325395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7" name="图片 36"/>
              <p:cNvPicPr/>
              <p:nvPr/>
            </p:nvPicPr>
            <p:blipFill>
              <a:blip r:embed="rId42">
                <a:alphaModFix amt="80000"/>
              </a:blip>
              <a:stretch>
                <a:fillRect/>
              </a:stretch>
            </p:blipFill>
            <p:spPr>
              <a:xfrm>
                <a:off x="15322" y="6654"/>
                <a:ext cx="3170" cy="2092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/>
              <p:nvPr/>
            </p:nvPicPr>
            <p:blipFill>
              <a:blip r:embed="rId10">
                <a:alphaModFix amt="21000"/>
              </a:blip>
              <a:srcRect l="6471" t="-1544" r="6552" b="1544"/>
              <a:stretch>
                <a:fillRect/>
              </a:stretch>
            </p:blipFill>
            <p:spPr>
              <a:xfrm>
                <a:off x="15175" y="6772"/>
                <a:ext cx="3226" cy="2072"/>
              </a:xfrm>
              <a:prstGeom prst="rect">
                <a:avLst/>
              </a:prstGeom>
            </p:spPr>
          </p:pic>
        </p:grpSp>
        <p:sp>
          <p:nvSpPr>
            <p:cNvPr id="130" name="椭圆 129"/>
            <p:cNvSpPr/>
            <p:nvPr/>
          </p:nvSpPr>
          <p:spPr>
            <a:xfrm rot="18900000">
              <a:off x="9045" y="6550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88" name="组合 187"/>
            <p:cNvGrpSpPr/>
            <p:nvPr/>
          </p:nvGrpSpPr>
          <p:grpSpPr>
            <a:xfrm rot="18900000">
              <a:off x="6612" y="7670"/>
              <a:ext cx="550" cy="550"/>
              <a:chOff x="7252" y="7856"/>
              <a:chExt cx="550" cy="550"/>
            </a:xfrm>
          </p:grpSpPr>
          <p:sp>
            <p:nvSpPr>
              <p:cNvPr id="189" name="椭圆 188"/>
              <p:cNvSpPr/>
              <p:nvPr/>
            </p:nvSpPr>
            <p:spPr>
              <a:xfrm rot="18900000">
                <a:off x="7252" y="7856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90" name="组合 189"/>
              <p:cNvGrpSpPr/>
              <p:nvPr/>
            </p:nvGrpSpPr>
            <p:grpSpPr>
              <a:xfrm>
                <a:off x="7333" y="7937"/>
                <a:ext cx="388" cy="388"/>
                <a:chOff x="7333" y="7937"/>
                <a:chExt cx="388" cy="388"/>
              </a:xfrm>
            </p:grpSpPr>
            <p:cxnSp>
              <p:nvCxnSpPr>
                <p:cNvPr id="191" name="直接连接符 190"/>
                <p:cNvCxnSpPr>
                  <a:stCxn id="189" idx="0"/>
                  <a:endCxn id="189" idx="4"/>
                </p:cNvCxnSpPr>
                <p:nvPr/>
              </p:nvCxnSpPr>
              <p:spPr>
                <a:xfrm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/>
              </p:nvCxnSpPr>
              <p:spPr>
                <a:xfrm flipV="1"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5641" y="7415"/>
                  <a:ext cx="828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𝑚𝑖𝑥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1" y="7415"/>
                  <a:ext cx="828" cy="580"/>
                </a:xfrm>
                <a:prstGeom prst="rect">
                  <a:avLst/>
                </a:prstGeom>
                <a:blipFill rotWithShape="1">
                  <a:blip r:embed="rId4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圆角矩形 195"/>
            <p:cNvSpPr/>
            <p:nvPr/>
          </p:nvSpPr>
          <p:spPr>
            <a:xfrm>
              <a:off x="7572" y="6655"/>
              <a:ext cx="604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8" name="直接连接符 197"/>
            <p:cNvCxnSpPr/>
            <p:nvPr/>
          </p:nvCxnSpPr>
          <p:spPr>
            <a:xfrm>
              <a:off x="7583" y="8420"/>
              <a:ext cx="767" cy="1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9" name="文本框 198"/>
            <p:cNvSpPr txBox="1"/>
            <p:nvPr/>
          </p:nvSpPr>
          <p:spPr>
            <a:xfrm rot="5400000">
              <a:off x="7281" y="7383"/>
              <a:ext cx="1157" cy="5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hard</a:t>
              </a:r>
              <a:endParaRPr lang="en-US" altLang="zh-CN"/>
            </a:p>
          </p:txBody>
        </p:sp>
        <p:sp>
          <p:nvSpPr>
            <p:cNvPr id="200" name="文本框 199"/>
            <p:cNvSpPr txBox="1"/>
            <p:nvPr/>
          </p:nvSpPr>
          <p:spPr>
            <a:xfrm rot="5400000">
              <a:off x="7314" y="8625"/>
              <a:ext cx="10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soft</a:t>
              </a:r>
              <a:endParaRPr lang="en-US" altLang="zh-CN"/>
            </a:p>
          </p:txBody>
        </p:sp>
        <p:cxnSp>
          <p:nvCxnSpPr>
            <p:cNvPr id="201" name="直接连接符 200"/>
            <p:cNvCxnSpPr/>
            <p:nvPr/>
          </p:nvCxnSpPr>
          <p:spPr>
            <a:xfrm>
              <a:off x="8093" y="9234"/>
              <a:ext cx="232" cy="0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8093" y="6657"/>
              <a:ext cx="232" cy="0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文本框 205"/>
                <p:cNvSpPr txBox="1"/>
                <p:nvPr/>
              </p:nvSpPr>
              <p:spPr>
                <a:xfrm>
                  <a:off x="8210" y="8969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=0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6" name="文本框 2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" y="8969"/>
                  <a:ext cx="1193" cy="531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7" name="文本框 206"/>
                <p:cNvSpPr txBox="1"/>
                <p:nvPr/>
              </p:nvSpPr>
              <p:spPr>
                <a:xfrm>
                  <a:off x="8168" y="6447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=1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7" name="文本框 2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" y="6447"/>
                  <a:ext cx="1193" cy="531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椭圆 135"/>
            <p:cNvSpPr/>
            <p:nvPr/>
          </p:nvSpPr>
          <p:spPr>
            <a:xfrm rot="18900000">
              <a:off x="9045" y="9084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9634" y="8781"/>
                  <a:ext cx="916" cy="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𝑠𝑜𝑓𝑡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4" y="8781"/>
                  <a:ext cx="916" cy="464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肘形连接符 140"/>
            <p:cNvCxnSpPr>
              <a:stCxn id="251" idx="1"/>
            </p:cNvCxnSpPr>
            <p:nvPr/>
          </p:nvCxnSpPr>
          <p:spPr>
            <a:xfrm rot="10800000" flipV="1">
              <a:off x="6887" y="7005"/>
              <a:ext cx="698" cy="664"/>
            </a:xfrm>
            <a:prstGeom prst="bentConnector3">
              <a:avLst>
                <a:gd name="adj1" fmla="val 100000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肘形连接符 180"/>
            <p:cNvCxnSpPr/>
            <p:nvPr/>
          </p:nvCxnSpPr>
          <p:spPr>
            <a:xfrm rot="10800000">
              <a:off x="6886" y="8219"/>
              <a:ext cx="709" cy="658"/>
            </a:xfrm>
            <a:prstGeom prst="bentConnector3">
              <a:avLst>
                <a:gd name="adj1" fmla="val 100141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组合 149"/>
            <p:cNvGrpSpPr/>
            <p:nvPr/>
          </p:nvGrpSpPr>
          <p:grpSpPr>
            <a:xfrm rot="0">
              <a:off x="4702" y="6655"/>
              <a:ext cx="988" cy="2948"/>
              <a:chOff x="4358" y="6586"/>
              <a:chExt cx="988" cy="2948"/>
            </a:xfrm>
          </p:grpSpPr>
          <p:sp>
            <p:nvSpPr>
              <p:cNvPr id="203" name="圆角矩形 202"/>
              <p:cNvSpPr/>
              <p:nvPr/>
            </p:nvSpPr>
            <p:spPr>
              <a:xfrm>
                <a:off x="4549" y="6586"/>
                <a:ext cx="797" cy="2580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 rot="5400000">
                <a:off x="3561" y="7749"/>
                <a:ext cx="2582" cy="9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80000"/>
                  </a:lnSpc>
                </a:pPr>
                <a:r>
                  <a:rPr lang="en-US" altLang="zh-CN"/>
                  <a:t>Feedback         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</a:t>
                </a:r>
                <a:r>
                  <a:rPr lang="en-US" altLang="zh-CN"/>
                  <a:t>gate</a:t>
                </a:r>
                <a:endParaRPr lang="en-US" altLang="zh-CN"/>
              </a:p>
            </p:txBody>
          </p:sp>
        </p:grpSp>
        <p:cxnSp>
          <p:nvCxnSpPr>
            <p:cNvPr id="69" name="直接箭头连接符 68"/>
            <p:cNvCxnSpPr/>
            <p:nvPr/>
          </p:nvCxnSpPr>
          <p:spPr>
            <a:xfrm flipH="1">
              <a:off x="12496" y="3272"/>
              <a:ext cx="3" cy="37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138" idx="2"/>
            </p:cNvCxnSpPr>
            <p:nvPr/>
          </p:nvCxnSpPr>
          <p:spPr>
            <a:xfrm flipH="1">
              <a:off x="9362" y="6714"/>
              <a:ext cx="364" cy="6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肘形连接符 130"/>
            <p:cNvCxnSpPr/>
            <p:nvPr/>
          </p:nvCxnSpPr>
          <p:spPr>
            <a:xfrm rot="10800000">
              <a:off x="10505" y="6709"/>
              <a:ext cx="2235" cy="1002"/>
            </a:xfrm>
            <a:prstGeom prst="bentConnector3">
              <a:avLst>
                <a:gd name="adj1" fmla="val 72214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874" y="6613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4" y="6613"/>
                  <a:ext cx="782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978" y="7669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/>
            <p:nvPr/>
          </p:nvCxnSpPr>
          <p:spPr>
            <a:xfrm flipH="1">
              <a:off x="4253" y="7090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539" y="7948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589" y="7950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4" name="直接箭头连接符 223"/>
            <p:cNvCxnSpPr>
              <a:stCxn id="232" idx="2"/>
            </p:cNvCxnSpPr>
            <p:nvPr/>
          </p:nvCxnSpPr>
          <p:spPr>
            <a:xfrm flipH="1">
              <a:off x="6050" y="1748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/>
            <p:nvPr/>
          </p:nvCxnSpPr>
          <p:spPr>
            <a:xfrm flipH="1">
              <a:off x="5703" y="7941"/>
              <a:ext cx="886" cy="3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/>
          </p:nvCxnSpPr>
          <p:spPr>
            <a:xfrm flipH="1" flipV="1">
              <a:off x="559" y="7951"/>
              <a:ext cx="358" cy="7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7" name="组合 46"/>
            <p:cNvGrpSpPr/>
            <p:nvPr/>
          </p:nvGrpSpPr>
          <p:grpSpPr>
            <a:xfrm rot="0">
              <a:off x="-1180" y="7177"/>
              <a:ext cx="1718" cy="1906"/>
              <a:chOff x="528" y="6900"/>
              <a:chExt cx="1718" cy="1906"/>
            </a:xfrm>
          </p:grpSpPr>
          <p:grpSp>
            <p:nvGrpSpPr>
              <p:cNvPr id="214" name="组合 213"/>
              <p:cNvGrpSpPr/>
              <p:nvPr/>
            </p:nvGrpSpPr>
            <p:grpSpPr>
              <a:xfrm>
                <a:off x="666" y="6978"/>
                <a:ext cx="1581" cy="1828"/>
                <a:chOff x="665" y="7503"/>
                <a:chExt cx="1581" cy="1264"/>
              </a:xfrm>
            </p:grpSpPr>
            <p:sp>
              <p:nvSpPr>
                <p:cNvPr id="211" name="圆角矩形 210"/>
                <p:cNvSpPr/>
                <p:nvPr/>
              </p:nvSpPr>
              <p:spPr>
                <a:xfrm>
                  <a:off x="665" y="7503"/>
                  <a:ext cx="1581" cy="968"/>
                </a:xfrm>
                <a:prstGeom prst="roundRect">
                  <a:avLst/>
                </a:prstGeom>
                <a:solidFill>
                  <a:srgbClr val="C9E6BD"/>
                </a:solidFill>
                <a:ln w="28575" cmpd="sng">
                  <a:solidFill>
                    <a:srgbClr val="1B7B3C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3" name="文本框 212"/>
                <p:cNvSpPr txBox="1"/>
                <p:nvPr/>
              </p:nvSpPr>
              <p:spPr>
                <a:xfrm>
                  <a:off x="733" y="7751"/>
                  <a:ext cx="151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/>
                    <a:t>purified</a:t>
                  </a:r>
                  <a:endParaRPr lang="en-US" altLang="zh-CN"/>
                </a:p>
                <a:p>
                  <a:r>
                    <a:rPr lang="en-US" altLang="zh-CN"/>
                    <a:t>support</a:t>
                  </a:r>
                  <a:endParaRPr lang="en-US" altLang="zh-CN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" name="文本框 211"/>
                  <p:cNvSpPr txBox="1"/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       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12" name="文本框 2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blipFill rotWithShape="1">
                    <a:blip r:embed="rId4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33" name="图片 132" descr="c32b408fb985c049bf0a5cbf1e313936"/>
            <p:cNvPicPr>
              <a:picLocks noChangeAspect="1"/>
            </p:cNvPicPr>
            <p:nvPr/>
          </p:nvPicPr>
          <p:blipFill>
            <a:blip r:embed="rId49"/>
            <a:srcRect r="7816"/>
            <a:stretch>
              <a:fillRect/>
            </a:stretch>
          </p:blipFill>
          <p:spPr>
            <a:xfrm>
              <a:off x="681" y="5813"/>
              <a:ext cx="2986" cy="4009"/>
            </a:xfrm>
            <a:prstGeom prst="rect">
              <a:avLst/>
            </a:prstGeom>
          </p:spPr>
        </p:pic>
        <p:sp>
          <p:nvSpPr>
            <p:cNvPr id="135" name="文本框 134"/>
            <p:cNvSpPr txBox="1"/>
            <p:nvPr/>
          </p:nvSpPr>
          <p:spPr>
            <a:xfrm>
              <a:off x="10483" y="-2109"/>
              <a:ext cx="25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safe init</a:t>
              </a:r>
              <a:endParaRPr lang="en-US" altLang="zh-CN" sz="1600"/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11169" y="4652"/>
              <a:ext cx="3245" cy="933"/>
            </a:xfrm>
            <a:prstGeom prst="roundRect">
              <a:avLst/>
            </a:prstGeom>
            <a:solidFill>
              <a:srgbClr val="F8CDAC"/>
            </a:solidFill>
            <a:ln w="28575" cmpd="sng">
              <a:solidFill>
                <a:srgbClr val="BF612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RTG-TopK</a:t>
              </a:r>
              <a:endParaRPr lang="en-US" altLang="zh-CN" b="1">
                <a:solidFill>
                  <a:schemeClr val="tx1"/>
                </a:solidFill>
              </a:endParaRPr>
            </a:p>
            <a:p>
              <a:pPr algn="ctr"/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146" name="直接箭头连接符 145"/>
            <p:cNvCxnSpPr/>
            <p:nvPr/>
          </p:nvCxnSpPr>
          <p:spPr>
            <a:xfrm flipH="1">
              <a:off x="11703" y="4149"/>
              <a:ext cx="10" cy="49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文本框 146"/>
                <p:cNvSpPr txBox="1"/>
                <p:nvPr/>
              </p:nvSpPr>
              <p:spPr>
                <a:xfrm>
                  <a:off x="11189" y="3655"/>
                  <a:ext cx="105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47" name="文本框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9" y="3655"/>
                  <a:ext cx="1054" cy="580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0" name="直接箭头连接符 289"/>
            <p:cNvCxnSpPr/>
            <p:nvPr/>
          </p:nvCxnSpPr>
          <p:spPr>
            <a:xfrm>
              <a:off x="13553" y="5593"/>
              <a:ext cx="1" cy="1566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1" name="文本框 290"/>
                <p:cNvSpPr txBox="1"/>
                <p:nvPr/>
              </p:nvSpPr>
              <p:spPr>
                <a:xfrm>
                  <a:off x="13495" y="-1578"/>
                  <a:ext cx="1329" cy="6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𝝎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𝒇𝒊𝒏𝒂𝒍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291" name="文本框 2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95" y="-1578"/>
                  <a:ext cx="1329" cy="603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文本框 294"/>
            <p:cNvSpPr txBox="1"/>
            <p:nvPr/>
          </p:nvSpPr>
          <p:spPr>
            <a:xfrm>
              <a:off x="11135" y="5053"/>
              <a:ext cx="380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ym typeface="+mn-ea"/>
                </a:rPr>
                <a:t>(gate: conf + drift+mass)</a:t>
              </a:r>
              <a:endParaRPr lang="en-US" altLang="zh-CN" sz="1400">
                <a:solidFill>
                  <a:schemeClr val="tx1"/>
                </a:solidFill>
              </a:endParaRPr>
            </a:p>
            <a:p>
              <a:endParaRPr lang="en-US" altLang="zh-CN" sz="1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5" name="文本框 304"/>
                <p:cNvSpPr txBox="1"/>
                <p:nvPr/>
              </p:nvSpPr>
              <p:spPr>
                <a:xfrm>
                  <a:off x="12713" y="6202"/>
                  <a:ext cx="12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305" name="文本框 3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13" y="6202"/>
                  <a:ext cx="1200" cy="580"/>
                </a:xfrm>
                <a:prstGeom prst="rect">
                  <a:avLst/>
                </a:prstGeom>
                <a:blipFill rotWithShape="1">
                  <a:blip r:embed="rId5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圆角矩形 53"/>
            <p:cNvSpPr/>
            <p:nvPr/>
          </p:nvSpPr>
          <p:spPr>
            <a:xfrm>
              <a:off x="-3022" y="5365"/>
              <a:ext cx="1483" cy="4752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-2185" y="6681"/>
              <a:ext cx="720" cy="19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/>
                <a:t>A</a:t>
              </a:r>
              <a:endParaRPr lang="en-US" altLang="zh-CN" b="1"/>
            </a:p>
            <a:p>
              <a:r>
                <a:rPr lang="en-US" altLang="zh-CN" b="1"/>
                <a:t>C</a:t>
              </a:r>
              <a:br>
                <a:rPr lang="en-US" altLang="zh-CN" b="1"/>
              </a:br>
              <a:r>
                <a:rPr lang="en-US" altLang="zh-CN" b="1"/>
                <a:t>R</a:t>
              </a:r>
              <a:br>
                <a:rPr lang="en-US" altLang="zh-CN" b="1"/>
              </a:br>
              <a:r>
                <a:rPr lang="en-US" altLang="zh-CN" b="1"/>
                <a:t>E</a:t>
              </a:r>
              <a:endParaRPr lang="en-US" altLang="zh-CN" b="1"/>
            </a:p>
            <a:p>
              <a:endParaRPr lang="en-US" altLang="zh-CN" b="1"/>
            </a:p>
          </p:txBody>
        </p:sp>
        <p:cxnSp>
          <p:nvCxnSpPr>
            <p:cNvPr id="99" name="直接箭头连接符 98"/>
            <p:cNvCxnSpPr/>
            <p:nvPr/>
          </p:nvCxnSpPr>
          <p:spPr>
            <a:xfrm flipH="1">
              <a:off x="-1539" y="7955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11533" y="6049"/>
              <a:ext cx="1458" cy="939"/>
            </a:xfrm>
            <a:prstGeom prst="rect">
              <a:avLst/>
            </a:prstGeom>
          </p:spPr>
        </p:pic>
        <p:grpSp>
          <p:nvGrpSpPr>
            <p:cNvPr id="144" name="组合 143"/>
            <p:cNvGrpSpPr/>
            <p:nvPr/>
          </p:nvGrpSpPr>
          <p:grpSpPr>
            <a:xfrm rot="0">
              <a:off x="12713" y="6189"/>
              <a:ext cx="2517" cy="2080"/>
              <a:chOff x="18712" y="6124"/>
              <a:chExt cx="2517" cy="2080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8712" y="7128"/>
                <a:ext cx="2517" cy="1076"/>
                <a:chOff x="17726" y="7128"/>
                <a:chExt cx="2517" cy="1076"/>
              </a:xfrm>
            </p:grpSpPr>
            <p:sp>
              <p:nvSpPr>
                <p:cNvPr id="175" name="圆角矩形 174"/>
                <p:cNvSpPr/>
                <p:nvPr/>
              </p:nvSpPr>
              <p:spPr>
                <a:xfrm>
                  <a:off x="17751" y="7141"/>
                  <a:ext cx="1776" cy="1063"/>
                </a:xfrm>
                <a:prstGeom prst="roundRect">
                  <a:avLst/>
                </a:prstGeom>
                <a:solidFill>
                  <a:srgbClr val="9DC3E6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17726" y="7128"/>
                  <a:ext cx="251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 b="1"/>
                    <a:t>Score Head</a:t>
                  </a:r>
                  <a:endParaRPr lang="en-US" altLang="zh-CN" sz="1400" b="1"/>
                </a:p>
              </p:txBody>
            </p:sp>
          </p:grpSp>
          <p:grpSp>
            <p:nvGrpSpPr>
              <p:cNvPr id="180" name="组合 179"/>
              <p:cNvGrpSpPr/>
              <p:nvPr/>
            </p:nvGrpSpPr>
            <p:grpSpPr>
              <a:xfrm>
                <a:off x="19639" y="6124"/>
                <a:ext cx="1054" cy="972"/>
                <a:chOff x="19991" y="6124"/>
                <a:chExt cx="1054" cy="972"/>
              </a:xfrm>
            </p:grpSpPr>
            <p:cxnSp>
              <p:nvCxnSpPr>
                <p:cNvPr id="185" name="直接箭头连接符 184"/>
                <p:cNvCxnSpPr/>
                <p:nvPr/>
              </p:nvCxnSpPr>
              <p:spPr>
                <a:xfrm flipH="1">
                  <a:off x="20505" y="6606"/>
                  <a:ext cx="10" cy="49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arrow" w="med" len="med"/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6" name="文本框 185"/>
                    <p:cNvSpPr txBox="1"/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186" name="文本框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blipFill rotWithShape="1">
                      <a:blip r:embed="rId50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7" name="文本框 186"/>
                <p:cNvSpPr txBox="1"/>
                <p:nvPr/>
              </p:nvSpPr>
              <p:spPr>
                <a:xfrm>
                  <a:off x="13144" y="7539"/>
                  <a:ext cx="117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87" name="文本框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44" y="7539"/>
                  <a:ext cx="1177" cy="580"/>
                </a:xfrm>
                <a:prstGeom prst="rect">
                  <a:avLst/>
                </a:prstGeom>
                <a:blipFill rotWithShape="1">
                  <a:blip r:embed="rId5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连接符 201"/>
            <p:cNvCxnSpPr/>
            <p:nvPr/>
          </p:nvCxnSpPr>
          <p:spPr>
            <a:xfrm flipV="1">
              <a:off x="11533" y="5585"/>
              <a:ext cx="674" cy="470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flipH="1" flipV="1">
              <a:off x="12757" y="5585"/>
              <a:ext cx="224" cy="466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6" name="文本框 215"/>
            <p:cNvSpPr txBox="1"/>
            <p:nvPr/>
          </p:nvSpPr>
          <p:spPr>
            <a:xfrm>
              <a:off x="-2373" y="8781"/>
              <a:ext cx="13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ym typeface="+mn-ea"/>
                </a:rPr>
                <a:t> 2nd pass</a:t>
              </a:r>
              <a:endParaRPr lang="en-US" altLang="zh-CN" sz="1400" b="1">
                <a:sym typeface="+mn-ea"/>
              </a:endParaRPr>
            </a:p>
          </p:txBody>
        </p:sp>
        <p:pic>
          <p:nvPicPr>
            <p:cNvPr id="219" name="图片 218"/>
            <p:cNvPicPr/>
            <p:nvPr/>
          </p:nvPicPr>
          <p:blipFill>
            <a:blip r:embed="rId55"/>
            <a:stretch>
              <a:fillRect/>
            </a:stretch>
          </p:blipFill>
          <p:spPr>
            <a:xfrm>
              <a:off x="1141" y="3335"/>
              <a:ext cx="2347" cy="1548"/>
            </a:xfrm>
            <a:prstGeom prst="rect">
              <a:avLst/>
            </a:prstGeom>
          </p:spPr>
        </p:pic>
        <p:pic>
          <p:nvPicPr>
            <p:cNvPr id="220" name="图片 219"/>
            <p:cNvPicPr/>
            <p:nvPr/>
          </p:nvPicPr>
          <p:blipFill>
            <a:blip r:embed="rId56"/>
            <a:stretch>
              <a:fillRect/>
            </a:stretch>
          </p:blipFill>
          <p:spPr>
            <a:xfrm>
              <a:off x="3574" y="3335"/>
              <a:ext cx="2347" cy="1548"/>
            </a:xfrm>
            <a:prstGeom prst="rect">
              <a:avLst/>
            </a:prstGeom>
          </p:spPr>
        </p:pic>
        <p:pic>
          <p:nvPicPr>
            <p:cNvPr id="221" name="图片 220"/>
            <p:cNvPicPr/>
            <p:nvPr/>
          </p:nvPicPr>
          <p:blipFill>
            <a:blip r:embed="rId57"/>
            <a:stretch>
              <a:fillRect/>
            </a:stretch>
          </p:blipFill>
          <p:spPr>
            <a:xfrm>
              <a:off x="6202" y="3335"/>
              <a:ext cx="2347" cy="1548"/>
            </a:xfrm>
            <a:prstGeom prst="rect">
              <a:avLst/>
            </a:prstGeom>
          </p:spPr>
        </p:pic>
        <p:cxnSp>
          <p:nvCxnSpPr>
            <p:cNvPr id="225" name="直接连接符 224"/>
            <p:cNvCxnSpPr/>
            <p:nvPr/>
          </p:nvCxnSpPr>
          <p:spPr>
            <a:xfrm flipV="1">
              <a:off x="2820" y="2770"/>
              <a:ext cx="2350" cy="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 flipV="1">
              <a:off x="6802" y="2773"/>
              <a:ext cx="1467" cy="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6" name="组合 235"/>
            <p:cNvGrpSpPr/>
            <p:nvPr/>
          </p:nvGrpSpPr>
          <p:grpSpPr>
            <a:xfrm rot="0">
              <a:off x="4338" y="2190"/>
              <a:ext cx="4236" cy="580"/>
              <a:chOff x="4234" y="2121"/>
              <a:chExt cx="4236" cy="580"/>
            </a:xfrm>
          </p:grpSpPr>
          <p:sp>
            <p:nvSpPr>
              <p:cNvPr id="222" name="圆角矩形 221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234" y="2154"/>
                <a:ext cx="423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Conf-Gated Threshold</a:t>
                </a:r>
                <a:endParaRPr lang="en-US" altLang="zh-CN" sz="1400" b="1"/>
              </a:p>
            </p:txBody>
          </p:sp>
        </p:grpSp>
        <p:grpSp>
          <p:nvGrpSpPr>
            <p:cNvPr id="237" name="组合 236"/>
            <p:cNvGrpSpPr/>
            <p:nvPr/>
          </p:nvGrpSpPr>
          <p:grpSpPr>
            <a:xfrm rot="5400000">
              <a:off x="-4220" y="7538"/>
              <a:ext cx="3240" cy="580"/>
              <a:chOff x="4326" y="2121"/>
              <a:chExt cx="3240" cy="580"/>
            </a:xfrm>
          </p:grpSpPr>
          <p:sp>
            <p:nvSpPr>
              <p:cNvPr id="238" name="圆角矩形 237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9" name="文本框 238"/>
                  <p:cNvSpPr txBox="1"/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en-US" altLang="zh-CN" sz="1400" b="1"/>
                      <a:t> Threshold</a:t>
                    </a:r>
                    <a:endParaRPr lang="en-US" altLang="zh-CN" sz="1400" b="1"/>
                  </a:p>
                </p:txBody>
              </p:sp>
            </mc:Choice>
            <mc:Fallback>
              <p:sp>
                <p:nvSpPr>
                  <p:cNvPr id="239" name="文本框 2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blipFill rotWithShape="1">
                    <a:blip r:embed="rId5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40" name="图片 239"/>
            <p:cNvPicPr/>
            <p:nvPr/>
          </p:nvPicPr>
          <p:blipFill>
            <a:blip r:embed="rId59"/>
            <a:stretch>
              <a:fillRect/>
            </a:stretch>
          </p:blipFill>
          <p:spPr>
            <a:xfrm>
              <a:off x="-5950" y="8879"/>
              <a:ext cx="2353" cy="1548"/>
            </a:xfrm>
            <a:prstGeom prst="rect">
              <a:avLst/>
            </a:prstGeom>
          </p:spPr>
        </p:pic>
        <p:pic>
          <p:nvPicPr>
            <p:cNvPr id="241" name="图片 240"/>
            <p:cNvPicPr/>
            <p:nvPr/>
          </p:nvPicPr>
          <p:blipFill>
            <a:blip r:embed="rId60"/>
            <a:stretch>
              <a:fillRect/>
            </a:stretch>
          </p:blipFill>
          <p:spPr>
            <a:xfrm>
              <a:off x="-5950" y="7087"/>
              <a:ext cx="2353" cy="1548"/>
            </a:xfrm>
            <a:prstGeom prst="rect">
              <a:avLst/>
            </a:prstGeom>
          </p:spPr>
        </p:pic>
        <p:pic>
          <p:nvPicPr>
            <p:cNvPr id="242" name="图片 241"/>
            <p:cNvPicPr/>
            <p:nvPr/>
          </p:nvPicPr>
          <p:blipFill>
            <a:blip r:embed="rId61"/>
            <a:stretch>
              <a:fillRect/>
            </a:stretch>
          </p:blipFill>
          <p:spPr>
            <a:xfrm>
              <a:off x="-5950" y="5480"/>
              <a:ext cx="2353" cy="1548"/>
            </a:xfrm>
            <a:prstGeom prst="rect">
              <a:avLst/>
            </a:prstGeom>
          </p:spPr>
        </p:pic>
        <p:sp>
          <p:nvSpPr>
            <p:cNvPr id="243" name="圆角矩形 242"/>
            <p:cNvSpPr/>
            <p:nvPr/>
          </p:nvSpPr>
          <p:spPr>
            <a:xfrm>
              <a:off x="-6296" y="5258"/>
              <a:ext cx="16779" cy="5362"/>
            </a:xfrm>
            <a:prstGeom prst="roundRect">
              <a:avLst>
                <a:gd name="adj" fmla="val 7621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45" name="直接箭头连接符 244"/>
            <p:cNvCxnSpPr/>
            <p:nvPr/>
          </p:nvCxnSpPr>
          <p:spPr>
            <a:xfrm flipH="1">
              <a:off x="-3516" y="7955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7" name="圆角矩形 246"/>
            <p:cNvSpPr/>
            <p:nvPr/>
          </p:nvSpPr>
          <p:spPr>
            <a:xfrm>
              <a:off x="-6018" y="5432"/>
              <a:ext cx="2502" cy="5071"/>
            </a:xfrm>
            <a:prstGeom prst="roundRect">
              <a:avLst>
                <a:gd name="adj" fmla="val 4636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50" name="曲线连接符 249"/>
            <p:cNvCxnSpPr/>
            <p:nvPr/>
          </p:nvCxnSpPr>
          <p:spPr>
            <a:xfrm rot="16200000" flipV="1">
              <a:off x="8572" y="8497"/>
              <a:ext cx="272" cy="879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3" name="文本框 252"/>
            <p:cNvSpPr txBox="1"/>
            <p:nvPr/>
          </p:nvSpPr>
          <p:spPr>
            <a:xfrm>
              <a:off x="8960" y="6274"/>
              <a:ext cx="4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cxnSp>
          <p:nvCxnSpPr>
            <p:cNvPr id="256" name="曲线连接符 255"/>
            <p:cNvCxnSpPr>
              <a:stCxn id="257" idx="2"/>
            </p:cNvCxnSpPr>
            <p:nvPr/>
          </p:nvCxnSpPr>
          <p:spPr>
            <a:xfrm rot="5400000">
              <a:off x="8359" y="6705"/>
              <a:ext cx="685" cy="982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7" name="文本框 256"/>
            <p:cNvSpPr txBox="1"/>
            <p:nvPr/>
          </p:nvSpPr>
          <p:spPr>
            <a:xfrm>
              <a:off x="8873" y="6274"/>
              <a:ext cx="6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62"/>
              </p:custDataLst>
            </p:nvPr>
          </p:nvSpPr>
          <p:spPr>
            <a:xfrm>
              <a:off x="5768" y="3747"/>
              <a:ext cx="1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...</a:t>
              </a:r>
              <a:endParaRPr lang="en-US" altLang="zh-CN"/>
            </a:p>
          </p:txBody>
        </p:sp>
        <p:grpSp>
          <p:nvGrpSpPr>
            <p:cNvPr id="227" name="组合 226"/>
            <p:cNvGrpSpPr/>
            <p:nvPr/>
          </p:nvGrpSpPr>
          <p:grpSpPr>
            <a:xfrm rot="0">
              <a:off x="12185" y="9108"/>
              <a:ext cx="1553" cy="1066"/>
              <a:chOff x="11470" y="8628"/>
              <a:chExt cx="1553" cy="1066"/>
            </a:xfrm>
          </p:grpSpPr>
          <p:pic>
            <p:nvPicPr>
              <p:cNvPr id="217" name="图片 216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470" y="8762"/>
                <a:ext cx="1420" cy="933"/>
              </a:xfrm>
              <a:prstGeom prst="rect">
                <a:avLst/>
              </a:prstGeom>
            </p:spPr>
          </p:pic>
          <p:pic>
            <p:nvPicPr>
              <p:cNvPr id="210" name="图片 209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539" y="8710"/>
                <a:ext cx="1414" cy="933"/>
              </a:xfrm>
              <a:prstGeom prst="rect">
                <a:avLst/>
              </a:prstGeom>
            </p:spPr>
          </p:pic>
          <p:pic>
            <p:nvPicPr>
              <p:cNvPr id="215" name="图片 214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1609" y="8628"/>
                <a:ext cx="1414" cy="932"/>
              </a:xfrm>
              <a:prstGeom prst="rect">
                <a:avLst/>
              </a:prstGeom>
            </p:spPr>
          </p:pic>
        </p:grpSp>
        <p:sp>
          <p:nvSpPr>
            <p:cNvPr id="218" name="文本框 217"/>
            <p:cNvSpPr txBox="1"/>
            <p:nvPr/>
          </p:nvSpPr>
          <p:spPr>
            <a:xfrm>
              <a:off x="11430" y="8587"/>
              <a:ext cx="32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Noisy initial responses</a:t>
              </a:r>
              <a:endParaRPr lang="en-US" altLang="zh-CN" b="1"/>
            </a:p>
          </p:txBody>
        </p:sp>
        <p:sp>
          <p:nvSpPr>
            <p:cNvPr id="226" name="矩形 225"/>
            <p:cNvSpPr/>
            <p:nvPr>
              <p:custDataLst>
                <p:tags r:id="rId63"/>
              </p:custDataLst>
            </p:nvPr>
          </p:nvSpPr>
          <p:spPr>
            <a:xfrm>
              <a:off x="11492" y="8540"/>
              <a:ext cx="2940" cy="182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1" name="直接箭头连接符 230"/>
            <p:cNvCxnSpPr>
              <a:endCxn id="136" idx="5"/>
            </p:cNvCxnSpPr>
            <p:nvPr/>
          </p:nvCxnSpPr>
          <p:spPr>
            <a:xfrm flipH="1" flipV="1">
              <a:off x="9341" y="9232"/>
              <a:ext cx="2155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12713" y="342"/>
              <a:ext cx="1997" cy="441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 lang="en-US" altLang="zh-CN" sz="1600"/>
                <a:t>agreement</a:t>
              </a:r>
              <a:endParaRPr lang="en-US" altLang="zh-CN" sz="16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文本框 192"/>
                <p:cNvSpPr txBox="1"/>
                <p:nvPr/>
              </p:nvSpPr>
              <p:spPr>
                <a:xfrm>
                  <a:off x="-1385" y="6425"/>
                  <a:ext cx="105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3" name="文本框 1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5" y="6425"/>
                  <a:ext cx="1054" cy="580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5" name="直接箭头连接符 194"/>
            <p:cNvCxnSpPr/>
            <p:nvPr/>
          </p:nvCxnSpPr>
          <p:spPr>
            <a:xfrm flipH="1">
              <a:off x="-1539" y="6671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8066" y="7878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 flipH="1">
              <a:off x="8066" y="7635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H="1">
              <a:off x="8066" y="737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flipH="1">
              <a:off x="8066" y="7155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flipH="1">
              <a:off x="8066" y="6907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flipH="1">
              <a:off x="8066" y="896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flipH="1">
              <a:off x="8066" y="868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flipH="1">
              <a:off x="8066" y="8417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flipH="1">
              <a:off x="8066" y="814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64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grpSp>
        <p:nvGrpSpPr>
          <p:cNvPr id="271" name="组合 270"/>
          <p:cNvGrpSpPr/>
          <p:nvPr/>
        </p:nvGrpSpPr>
        <p:grpSpPr>
          <a:xfrm>
            <a:off x="-3997960" y="-2621915"/>
            <a:ext cx="13751560" cy="9363710"/>
            <a:chOff x="-6296" y="-4129"/>
            <a:chExt cx="21656" cy="14746"/>
          </a:xfrm>
        </p:grpSpPr>
        <p:pic>
          <p:nvPicPr>
            <p:cNvPr id="265" name="图片 264"/>
            <p:cNvPicPr/>
            <p:nvPr/>
          </p:nvPicPr>
          <p:blipFill>
            <a:blip r:embed="rId10"/>
            <a:stretch>
              <a:fillRect/>
            </a:stretch>
          </p:blipFill>
          <p:spPr>
            <a:xfrm>
              <a:off x="11764" y="-2027"/>
              <a:ext cx="1800" cy="840"/>
            </a:xfrm>
            <a:prstGeom prst="rect">
              <a:avLst/>
            </a:prstGeom>
          </p:spPr>
        </p:pic>
        <p:grpSp>
          <p:nvGrpSpPr>
            <p:cNvPr id="252" name="组合 251"/>
            <p:cNvGrpSpPr/>
            <p:nvPr/>
          </p:nvGrpSpPr>
          <p:grpSpPr>
            <a:xfrm>
              <a:off x="-6296" y="-4129"/>
              <a:ext cx="21657" cy="14747"/>
              <a:chOff x="-6296" y="-4127"/>
              <a:chExt cx="21657" cy="14747"/>
            </a:xfrm>
          </p:grpSpPr>
          <p:sp>
            <p:nvSpPr>
              <p:cNvPr id="14" name="圆角矩形 13"/>
              <p:cNvSpPr/>
              <p:nvPr/>
            </p:nvSpPr>
            <p:spPr>
              <a:xfrm>
                <a:off x="-6296" y="-4127"/>
                <a:ext cx="16699" cy="9271"/>
              </a:xfrm>
              <a:prstGeom prst="roundRect">
                <a:avLst>
                  <a:gd name="adj" fmla="val 3893"/>
                </a:avLst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pic>
            <p:nvPicPr>
              <p:cNvPr id="67" name="图片 66"/>
              <p:cNvPicPr/>
              <p:nvPr/>
            </p:nvPicPr>
            <p:blipFill>
              <a:blip r:embed="rId11">
                <a:alphaModFix amt="80000"/>
              </a:blip>
              <a:srcRect l="6471" t="-1544" r="6552" b="1544"/>
              <a:stretch>
                <a:fillRect/>
              </a:stretch>
            </p:blipFill>
            <p:spPr>
              <a:xfrm>
                <a:off x="11188" y="1168"/>
                <a:ext cx="3226" cy="2072"/>
              </a:xfrm>
              <a:prstGeom prst="rect">
                <a:avLst/>
              </a:prstGeom>
            </p:spPr>
          </p:pic>
          <p:pic>
            <p:nvPicPr>
              <p:cNvPr id="68" name="图片 67"/>
              <p:cNvPicPr/>
              <p:nvPr/>
            </p:nvPicPr>
            <p:blipFill>
              <a:blip r:embed="rId12"/>
              <a:srcRect t="8111" b="8556"/>
              <a:stretch>
                <a:fillRect/>
              </a:stretch>
            </p:blipFill>
            <p:spPr>
              <a:xfrm>
                <a:off x="11244" y="1095"/>
                <a:ext cx="3170" cy="2073"/>
              </a:xfrm>
              <a:prstGeom prst="rect">
                <a:avLst/>
              </a:prstGeom>
            </p:spPr>
          </p:pic>
          <p:pic>
            <p:nvPicPr>
              <p:cNvPr id="26" name="图片 25"/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-5799" y="-463"/>
                <a:ext cx="3172" cy="2073"/>
              </a:xfrm>
              <a:prstGeom prst="rect">
                <a:avLst/>
              </a:prstGeom>
            </p:spPr>
          </p:pic>
          <p:pic>
            <p:nvPicPr>
              <p:cNvPr id="25" name="图片 24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-5799" y="-2659"/>
                <a:ext cx="3172" cy="2091"/>
              </a:xfrm>
              <a:prstGeom prst="rect">
                <a:avLst/>
              </a:prstGeom>
            </p:spPr>
          </p:pic>
          <p:sp>
            <p:nvSpPr>
              <p:cNvPr id="12" name="流程图: 手动操作 11"/>
              <p:cNvSpPr/>
              <p:nvPr>
                <p:custDataLst>
                  <p:tags r:id="rId15"/>
                </p:custDataLst>
              </p:nvPr>
            </p:nvSpPr>
            <p:spPr>
              <a:xfrm rot="16200000">
                <a:off x="-2698" y="32"/>
                <a:ext cx="2527" cy="1328"/>
              </a:xfrm>
              <a:prstGeom prst="flowChartManualOperation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" name="文本框 1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-2162" y="258"/>
                <a:ext cx="4235" cy="10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 b="1"/>
                  <a:t>   ViT </a:t>
                </a:r>
                <a:endParaRPr lang="en-US" altLang="zh-CN" sz="1600" b="1"/>
              </a:p>
              <a:p>
                <a:r>
                  <a:rPr lang="en-US" altLang="zh-CN" sz="1600" b="1"/>
                  <a:t>Encoder</a:t>
                </a:r>
                <a:endParaRPr lang="en-US" altLang="zh-CN" sz="1600" b="1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7"/>
                </p:custDataLst>
              </p:nvPr>
            </p:nvSpPr>
            <p:spPr>
              <a:xfrm rot="5400000">
                <a:off x="-4937" y="2040"/>
                <a:ext cx="174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/>
                  <a:t>...</a:t>
                </a:r>
                <a:endParaRPr lang="en-US" altLang="zh-CN" sz="2400"/>
              </a:p>
            </p:txBody>
          </p:sp>
          <p:sp>
            <p:nvSpPr>
              <p:cNvPr id="19" name="矩形 18"/>
              <p:cNvSpPr/>
              <p:nvPr>
                <p:custDataLst>
                  <p:tags r:id="rId18"/>
                </p:custDataLst>
              </p:nvPr>
            </p:nvSpPr>
            <p:spPr>
              <a:xfrm>
                <a:off x="-5980" y="-2811"/>
                <a:ext cx="3527" cy="7262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/>
              <p:nvPr>
                <p:custDataLst>
                  <p:tags r:id="rId19"/>
                </p:custDataLst>
              </p:nvPr>
            </p:nvCxnSpPr>
            <p:spPr>
              <a:xfrm flipV="1">
                <a:off x="-2627" y="695"/>
                <a:ext cx="529" cy="2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40" name="流程图: 手动操作 39"/>
              <p:cNvSpPr/>
              <p:nvPr>
                <p:custDataLst>
                  <p:tags r:id="rId20"/>
                </p:custDataLst>
              </p:nvPr>
            </p:nvSpPr>
            <p:spPr>
              <a:xfrm rot="16200000">
                <a:off x="1761" y="-579"/>
                <a:ext cx="2527" cy="2549"/>
              </a:xfrm>
              <a:prstGeom prst="flowChartManualOperation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5" name="图片 14"/>
              <p:cNvPicPr/>
              <p:nvPr/>
            </p:nvPicPr>
            <p:blipFill>
              <a:blip r:embed="rId21">
                <a:alphaModFix amt="60000"/>
              </a:blip>
              <a:stretch>
                <a:fillRect/>
              </a:stretch>
            </p:blipFill>
            <p:spPr>
              <a:xfrm>
                <a:off x="2173" y="-39"/>
                <a:ext cx="1662" cy="1536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文本框 41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-1078" y="1530"/>
                    <a:ext cx="2832" cy="118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pPr>
                      <a:lnSpc>
                        <a:spcPct val="80000"/>
                      </a:lnSpc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en-US" altLang="zh-CN" b="1"/>
                  </a:p>
                  <a:p>
                    <a:pPr>
                      <a:lnSpc>
                        <a:spcPct val="80000"/>
                      </a:lnSpc>
                    </a:pPr>
                    <a:r>
                      <a:rPr lang="en-US" altLang="zh-CN"/>
                      <a:t>  (Patch-token </a:t>
                    </a:r>
                    <a:endParaRPr lang="en-US" altLang="zh-CN"/>
                  </a:p>
                  <a:p>
                    <a:pPr>
                      <a:lnSpc>
                        <a:spcPct val="80000"/>
                      </a:lnSpc>
                    </a:pPr>
                    <a:r>
                      <a:rPr lang="en-US" altLang="zh-CN"/>
                      <a:t>     Features)</a:t>
                    </a:r>
                    <a:endParaRPr lang="en-US" altLang="zh-CN"/>
                  </a:p>
                </p:txBody>
              </p:sp>
            </mc:Choice>
            <mc:Fallback>
              <p:sp>
                <p:nvSpPr>
                  <p:cNvPr id="42" name="文本框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23"/>
                    </p:custDataLst>
                  </p:nvPr>
                </p:nvSpPr>
                <p:spPr>
                  <a:xfrm>
                    <a:off x="-1078" y="1530"/>
                    <a:ext cx="2832" cy="1189"/>
                  </a:xfrm>
                  <a:prstGeom prst="rect">
                    <a:avLst/>
                  </a:prstGeom>
                  <a:blipFill rotWithShape="1">
                    <a:blip r:embed="rId2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" name="文本框 42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1609" y="57"/>
                <a:ext cx="4235" cy="107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 b="1"/>
                  <a:t>    Patch-level</a:t>
                </a:r>
                <a:endParaRPr lang="en-US" altLang="zh-CN" sz="1600" b="1"/>
              </a:p>
              <a:p>
                <a:r>
                  <a:rPr lang="en-US" altLang="zh-CN" sz="1600" b="1"/>
                  <a:t>Correspondence</a:t>
                </a:r>
                <a:endParaRPr lang="en-US" altLang="zh-CN" sz="1600" b="1"/>
              </a:p>
              <a:p>
                <a:r>
                  <a:rPr lang="en-US" altLang="zh-CN" sz="1600" b="1"/>
                  <a:t> Cross-attention</a:t>
                </a:r>
                <a:endParaRPr lang="en-US" altLang="zh-CN" sz="1600" b="1"/>
              </a:p>
            </p:txBody>
          </p:sp>
          <p:cxnSp>
            <p:nvCxnSpPr>
              <p:cNvPr id="48" name="肘形连接符 47"/>
              <p:cNvCxnSpPr/>
              <p:nvPr>
                <p:custDataLst>
                  <p:tags r:id="rId26"/>
                </p:custDataLst>
              </p:nvPr>
            </p:nvCxnSpPr>
            <p:spPr>
              <a:xfrm flipV="1">
                <a:off x="-776" y="694"/>
                <a:ext cx="529" cy="2"/>
              </a:xfrm>
              <a:prstGeom prst="bentConnector3">
                <a:avLst>
                  <a:gd name="adj1" fmla="val 50095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肘形连接符 49"/>
              <p:cNvCxnSpPr/>
              <p:nvPr>
                <p:custDataLst>
                  <p:tags r:id="rId27"/>
                </p:custDataLst>
              </p:nvPr>
            </p:nvCxnSpPr>
            <p:spPr>
              <a:xfrm>
                <a:off x="1289" y="698"/>
                <a:ext cx="461" cy="5"/>
              </a:xfrm>
              <a:prstGeom prst="bentConnector2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" name="矩形 1"/>
              <p:cNvSpPr/>
              <p:nvPr>
                <p:custDataLst>
                  <p:tags r:id="rId28"/>
                </p:custDataLst>
              </p:nvPr>
            </p:nvSpPr>
            <p:spPr>
              <a:xfrm>
                <a:off x="4875" y="-3209"/>
                <a:ext cx="2453" cy="4969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0" name="直接箭头连接符 19"/>
              <p:cNvCxnSpPr/>
              <p:nvPr>
                <p:custDataLst>
                  <p:tags r:id="rId29"/>
                </p:custDataLst>
              </p:nvPr>
            </p:nvCxnSpPr>
            <p:spPr>
              <a:xfrm>
                <a:off x="4307" y="694"/>
                <a:ext cx="534" cy="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" name="圆角矩形 5"/>
              <p:cNvSpPr/>
              <p:nvPr/>
            </p:nvSpPr>
            <p:spPr>
              <a:xfrm>
                <a:off x="8781" y="-1228"/>
                <a:ext cx="1458" cy="5069"/>
              </a:xfrm>
              <a:prstGeom prst="round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28" name="肘形连接符 27"/>
              <p:cNvCxnSpPr/>
              <p:nvPr/>
            </p:nvCxnSpPr>
            <p:spPr>
              <a:xfrm rot="16200000">
                <a:off x="4452" y="-4913"/>
                <a:ext cx="1138" cy="8979"/>
              </a:xfrm>
              <a:prstGeom prst="bentConnector3">
                <a:avLst>
                  <a:gd name="adj1" fmla="val 348637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肘形连接符 28"/>
              <p:cNvCxnSpPr>
                <a:stCxn id="2" idx="3"/>
                <a:endCxn id="103" idx="1"/>
              </p:cNvCxnSpPr>
              <p:nvPr/>
            </p:nvCxnSpPr>
            <p:spPr>
              <a:xfrm>
                <a:off x="7328" y="-724"/>
                <a:ext cx="1633" cy="2584"/>
              </a:xfrm>
              <a:prstGeom prst="bentConnector3">
                <a:avLst>
                  <a:gd name="adj1" fmla="val 50031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6" name="组合 45"/>
              <p:cNvGrpSpPr/>
              <p:nvPr/>
            </p:nvGrpSpPr>
            <p:grpSpPr>
              <a:xfrm rot="0">
                <a:off x="9251" y="-993"/>
                <a:ext cx="512" cy="1322"/>
                <a:chOff x="17534" y="1746"/>
                <a:chExt cx="503" cy="1322"/>
              </a:xfrm>
            </p:grpSpPr>
            <p:sp>
              <p:nvSpPr>
                <p:cNvPr id="22" name="圆角矩形 21"/>
                <p:cNvSpPr/>
                <p:nvPr/>
              </p:nvSpPr>
              <p:spPr>
                <a:xfrm>
                  <a:off x="17534" y="1746"/>
                  <a:ext cx="503" cy="1323"/>
                </a:xfrm>
                <a:prstGeom prst="roundRect">
                  <a:avLst/>
                </a:prstGeom>
                <a:solidFill>
                  <a:srgbClr val="9DC3E6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cxnSp>
              <p:nvCxnSpPr>
                <p:cNvPr id="30" name="直接连接符 29"/>
                <p:cNvCxnSpPr/>
                <p:nvPr/>
              </p:nvCxnSpPr>
              <p:spPr>
                <a:xfrm flipH="1">
                  <a:off x="17534" y="2015"/>
                  <a:ext cx="49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 flipH="1">
                  <a:off x="17543" y="2275"/>
                  <a:ext cx="49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连接符 43"/>
                <p:cNvCxnSpPr/>
                <p:nvPr/>
              </p:nvCxnSpPr>
              <p:spPr>
                <a:xfrm flipH="1">
                  <a:off x="17543" y="2534"/>
                  <a:ext cx="49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连接符 44"/>
                <p:cNvCxnSpPr/>
                <p:nvPr/>
              </p:nvCxnSpPr>
              <p:spPr>
                <a:xfrm flipH="1">
                  <a:off x="17534" y="2792"/>
                  <a:ext cx="494" cy="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" name="文本框 50"/>
                  <p:cNvSpPr txBox="1"/>
                  <p:nvPr/>
                </p:nvSpPr>
                <p:spPr>
                  <a:xfrm>
                    <a:off x="8755" y="342"/>
                    <a:ext cx="3183" cy="10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a14:m>
                    <a:r>
                      <a:rPr lang="en-US" altLang="zh-CN"/>
                      <a:t>:patch </a:t>
                    </a:r>
                    <a:endParaRPr lang="en-US" altLang="zh-CN"/>
                  </a:p>
                  <a:p>
                    <a:r>
                      <a:rPr lang="en-US" altLang="zh-CN"/>
                      <a:t>features</a:t>
                    </a:r>
                    <a:endParaRPr lang="en-US" altLang="zh-CN"/>
                  </a:p>
                </p:txBody>
              </p:sp>
            </mc:Choice>
            <mc:Fallback>
              <p:sp>
                <p:nvSpPr>
                  <p:cNvPr id="51" name="文本框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55" y="342"/>
                    <a:ext cx="3183" cy="1016"/>
                  </a:xfrm>
                  <a:prstGeom prst="rect">
                    <a:avLst/>
                  </a:prstGeom>
                  <a:blipFill rotWithShape="1">
                    <a:blip r:embed="rId3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文本框 51"/>
                  <p:cNvSpPr txBox="1"/>
                  <p:nvPr/>
                </p:nvSpPr>
                <p:spPr>
                  <a:xfrm>
                    <a:off x="8683" y="2758"/>
                    <a:ext cx="2042" cy="14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𝟎</m:t>
                            </m:r>
                          </m:sub>
                        </m:sSub>
                      </m:oMath>
                    </a14:m>
                    <a:r>
                      <a:rPr lang="en-US" altLang="zh-CN"/>
                      <a:t>:</a:t>
                    </a:r>
                    <a:r>
                      <a:rPr lang="en-US" altLang="zh-CN">
                        <a:sym typeface="+mn-ea"/>
                      </a:rPr>
                      <a:t>initial support</a:t>
                    </a:r>
                    <a:endParaRPr lang="en-US" altLang="zh-CN"/>
                  </a:p>
                  <a:p>
                    <a:r>
                      <a:rPr lang="en-US" altLang="zh-CN"/>
                      <a:t>   </a:t>
                    </a:r>
                    <a:endParaRPr lang="en-US" altLang="zh-CN"/>
                  </a:p>
                </p:txBody>
              </p:sp>
            </mc:Choice>
            <mc:Fallback>
              <p:sp>
                <p:nvSpPr>
                  <p:cNvPr id="52" name="文本框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3" y="2758"/>
                    <a:ext cx="2042" cy="1452"/>
                  </a:xfrm>
                  <a:prstGeom prst="rect">
                    <a:avLst/>
                  </a:prstGeom>
                  <a:blipFill rotWithShape="1">
                    <a:blip r:embed="rId3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3" name="文本框 52"/>
              <p:cNvSpPr txBox="1"/>
              <p:nvPr/>
            </p:nvSpPr>
            <p:spPr>
              <a:xfrm>
                <a:off x="-5505" y="-3394"/>
                <a:ext cx="278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Image Group</a:t>
                </a:r>
                <a:endParaRPr lang="en-US" altLang="zh-CN" b="1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 rot="0">
                <a:off x="-243" y="-90"/>
                <a:ext cx="1548" cy="1605"/>
                <a:chOff x="6022" y="2993"/>
                <a:chExt cx="1548" cy="1605"/>
              </a:xfrm>
              <a:solidFill>
                <a:schemeClr val="bg1"/>
              </a:solidFill>
            </p:grpSpPr>
            <p:sp>
              <p:nvSpPr>
                <p:cNvPr id="72" name="矩形 71"/>
                <p:cNvSpPr/>
                <p:nvPr/>
              </p:nvSpPr>
              <p:spPr>
                <a:xfrm>
                  <a:off x="6022" y="299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>
                  <a:off x="6022" y="332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矩形 73"/>
                <p:cNvSpPr/>
                <p:nvPr/>
              </p:nvSpPr>
              <p:spPr>
                <a:xfrm>
                  <a:off x="6022" y="365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6022" y="398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6022" y="431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6343" y="431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8" name="矩形 77"/>
                <p:cNvSpPr/>
                <p:nvPr/>
              </p:nvSpPr>
              <p:spPr>
                <a:xfrm>
                  <a:off x="6343" y="398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9" name="矩形 78"/>
                <p:cNvSpPr/>
                <p:nvPr/>
              </p:nvSpPr>
              <p:spPr>
                <a:xfrm>
                  <a:off x="6343" y="365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6343" y="332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6343" y="299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6661" y="299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3" name="矩形 82"/>
                <p:cNvSpPr/>
                <p:nvPr/>
              </p:nvSpPr>
              <p:spPr>
                <a:xfrm>
                  <a:off x="6661" y="332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4" name="矩形 83"/>
                <p:cNvSpPr/>
                <p:nvPr/>
              </p:nvSpPr>
              <p:spPr>
                <a:xfrm>
                  <a:off x="6661" y="365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5" name="矩形 84"/>
                <p:cNvSpPr/>
                <p:nvPr/>
              </p:nvSpPr>
              <p:spPr>
                <a:xfrm>
                  <a:off x="6661" y="398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6661" y="431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7" name="矩形 86"/>
                <p:cNvSpPr/>
                <p:nvPr/>
              </p:nvSpPr>
              <p:spPr>
                <a:xfrm>
                  <a:off x="6982" y="431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8" name="矩形 87"/>
                <p:cNvSpPr/>
                <p:nvPr/>
              </p:nvSpPr>
              <p:spPr>
                <a:xfrm>
                  <a:off x="6982" y="398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6982" y="365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>
                  <a:off x="6982" y="332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6982" y="299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2" name="矩形 91"/>
                <p:cNvSpPr/>
                <p:nvPr/>
              </p:nvSpPr>
              <p:spPr>
                <a:xfrm>
                  <a:off x="7300" y="431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7300" y="398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4" name="矩形 93"/>
                <p:cNvSpPr/>
                <p:nvPr/>
              </p:nvSpPr>
              <p:spPr>
                <a:xfrm>
                  <a:off x="7300" y="365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7300" y="3323"/>
                  <a:ext cx="270" cy="285"/>
                </a:xfrm>
                <a:prstGeom prst="rect">
                  <a:avLst/>
                </a:prstGeom>
                <a:grpFill/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6" name="矩形 95"/>
                <p:cNvSpPr/>
                <p:nvPr/>
              </p:nvSpPr>
              <p:spPr>
                <a:xfrm>
                  <a:off x="7300" y="2993"/>
                  <a:ext cx="270" cy="285"/>
                </a:xfrm>
                <a:prstGeom prst="rect">
                  <a:avLst/>
                </a:prstGeom>
                <a:solidFill>
                  <a:srgbClr val="9DC3E6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98" name="文本框 97"/>
              <p:cNvSpPr txBox="1"/>
              <p:nvPr/>
            </p:nvSpPr>
            <p:spPr>
              <a:xfrm>
                <a:off x="4505" y="-3484"/>
                <a:ext cx="447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 </a:t>
                </a:r>
                <a:endParaRPr lang="en-US" altLang="zh-CN" b="1"/>
              </a:p>
            </p:txBody>
          </p:sp>
          <p:grpSp>
            <p:nvGrpSpPr>
              <p:cNvPr id="101" name="组合 100"/>
              <p:cNvGrpSpPr/>
              <p:nvPr/>
            </p:nvGrpSpPr>
            <p:grpSpPr>
              <a:xfrm rot="0">
                <a:off x="8961" y="1529"/>
                <a:ext cx="1085" cy="1124"/>
                <a:chOff x="6022" y="2993"/>
                <a:chExt cx="1548" cy="1604"/>
              </a:xfrm>
              <a:solidFill>
                <a:schemeClr val="bg1"/>
              </a:solidFill>
            </p:grpSpPr>
            <p:sp>
              <p:nvSpPr>
                <p:cNvPr id="102" name="矩形 101"/>
                <p:cNvSpPr/>
                <p:nvPr/>
              </p:nvSpPr>
              <p:spPr>
                <a:xfrm>
                  <a:off x="6022" y="2993"/>
                  <a:ext cx="270" cy="285"/>
                </a:xfrm>
                <a:prstGeom prst="rect">
                  <a:avLst/>
                </a:prstGeom>
                <a:solidFill>
                  <a:srgbClr val="2F37B3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>
                  <a:off x="6022" y="3323"/>
                  <a:ext cx="270" cy="285"/>
                </a:xfrm>
                <a:prstGeom prst="rect">
                  <a:avLst/>
                </a:prstGeom>
                <a:solidFill>
                  <a:srgbClr val="28BBE7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>
                  <a:off x="6022" y="3653"/>
                  <a:ext cx="270" cy="285"/>
                </a:xfrm>
                <a:prstGeom prst="rect">
                  <a:avLst/>
                </a:prstGeom>
                <a:solidFill>
                  <a:srgbClr val="A9F265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>
                  <a:off x="6022" y="3983"/>
                  <a:ext cx="270" cy="285"/>
                </a:xfrm>
                <a:prstGeom prst="rect">
                  <a:avLst/>
                </a:prstGeom>
                <a:solidFill>
                  <a:srgbClr val="5AEEAF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>
                  <a:off x="6022" y="4313"/>
                  <a:ext cx="270" cy="285"/>
                </a:xfrm>
                <a:prstGeom prst="rect">
                  <a:avLst/>
                </a:prstGeom>
                <a:solidFill>
                  <a:srgbClr val="3549D0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>
                  <a:off x="6343" y="4313"/>
                  <a:ext cx="270" cy="285"/>
                </a:xfrm>
                <a:prstGeom prst="rect">
                  <a:avLst/>
                </a:prstGeom>
                <a:solidFill>
                  <a:srgbClr val="5DEDB3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8" name="矩形 107"/>
                <p:cNvSpPr/>
                <p:nvPr/>
              </p:nvSpPr>
              <p:spPr>
                <a:xfrm>
                  <a:off x="6343" y="3983"/>
                  <a:ext cx="270" cy="285"/>
                </a:xfrm>
                <a:prstGeom prst="rect">
                  <a:avLst/>
                </a:prstGeom>
                <a:solidFill>
                  <a:srgbClr val="F88224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09" name="矩形 108"/>
                <p:cNvSpPr/>
                <p:nvPr/>
              </p:nvSpPr>
              <p:spPr>
                <a:xfrm>
                  <a:off x="6343" y="3653"/>
                  <a:ext cx="270" cy="285"/>
                </a:xfrm>
                <a:prstGeom prst="rect">
                  <a:avLst/>
                </a:prstGeom>
                <a:solidFill>
                  <a:srgbClr val="D83B1E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0" name="矩形 109"/>
                <p:cNvSpPr/>
                <p:nvPr/>
              </p:nvSpPr>
              <p:spPr>
                <a:xfrm>
                  <a:off x="6343" y="3323"/>
                  <a:ext cx="270" cy="285"/>
                </a:xfrm>
                <a:prstGeom prst="rect">
                  <a:avLst/>
                </a:prstGeom>
                <a:solidFill>
                  <a:srgbClr val="FCCB26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>
                  <a:off x="6343" y="2993"/>
                  <a:ext cx="270" cy="285"/>
                </a:xfrm>
                <a:prstGeom prst="rect">
                  <a:avLst/>
                </a:prstGeom>
                <a:solidFill>
                  <a:srgbClr val="2C8AF6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2" name="矩形 111"/>
                <p:cNvSpPr/>
                <p:nvPr/>
              </p:nvSpPr>
              <p:spPr>
                <a:xfrm>
                  <a:off x="6661" y="2993"/>
                  <a:ext cx="270" cy="285"/>
                </a:xfrm>
                <a:prstGeom prst="rect">
                  <a:avLst/>
                </a:prstGeom>
                <a:solidFill>
                  <a:srgbClr val="2BC2DF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>
                  <a:off x="6661" y="3323"/>
                  <a:ext cx="270" cy="285"/>
                </a:xfrm>
                <a:prstGeom prst="rect">
                  <a:avLst/>
                </a:prstGeom>
                <a:solidFill>
                  <a:srgbClr val="E8C349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4" name="矩形 113"/>
                <p:cNvSpPr/>
                <p:nvPr/>
              </p:nvSpPr>
              <p:spPr>
                <a:xfrm>
                  <a:off x="6661" y="3653"/>
                  <a:ext cx="270" cy="285"/>
                </a:xfrm>
                <a:prstGeom prst="rect">
                  <a:avLst/>
                </a:prstGeom>
                <a:solidFill>
                  <a:srgbClr val="AC170D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5" name="矩形 114"/>
                <p:cNvSpPr/>
                <p:nvPr/>
              </p:nvSpPr>
              <p:spPr>
                <a:xfrm>
                  <a:off x="6661" y="3983"/>
                  <a:ext cx="270" cy="285"/>
                </a:xfrm>
                <a:prstGeom prst="rect">
                  <a:avLst/>
                </a:prstGeom>
                <a:solidFill>
                  <a:srgbClr val="F04D27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6" name="矩形 115"/>
                <p:cNvSpPr/>
                <p:nvPr/>
              </p:nvSpPr>
              <p:spPr>
                <a:xfrm>
                  <a:off x="6661" y="4313"/>
                  <a:ext cx="270" cy="285"/>
                </a:xfrm>
                <a:prstGeom prst="rect">
                  <a:avLst/>
                </a:prstGeom>
                <a:solidFill>
                  <a:srgbClr val="8FEE87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7" name="矩形 116"/>
                <p:cNvSpPr/>
                <p:nvPr/>
              </p:nvSpPr>
              <p:spPr>
                <a:xfrm>
                  <a:off x="6982" y="4313"/>
                  <a:ext cx="270" cy="285"/>
                </a:xfrm>
                <a:prstGeom prst="rect">
                  <a:avLst/>
                </a:prstGeom>
                <a:solidFill>
                  <a:srgbClr val="2D92F2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8" name="矩形 117"/>
                <p:cNvSpPr/>
                <p:nvPr/>
              </p:nvSpPr>
              <p:spPr>
                <a:xfrm>
                  <a:off x="6982" y="3983"/>
                  <a:ext cx="270" cy="285"/>
                </a:xfrm>
                <a:prstGeom prst="rect">
                  <a:avLst/>
                </a:prstGeom>
                <a:solidFill>
                  <a:srgbClr val="FB962A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9" name="矩形 118"/>
                <p:cNvSpPr/>
                <p:nvPr/>
              </p:nvSpPr>
              <p:spPr>
                <a:xfrm>
                  <a:off x="6982" y="3653"/>
                  <a:ext cx="270" cy="285"/>
                </a:xfrm>
                <a:prstGeom prst="rect">
                  <a:avLst/>
                </a:prstGeom>
                <a:solidFill>
                  <a:srgbClr val="F5CF23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0" name="矩形 119"/>
                <p:cNvSpPr/>
                <p:nvPr/>
              </p:nvSpPr>
              <p:spPr>
                <a:xfrm>
                  <a:off x="6982" y="3323"/>
                  <a:ext cx="270" cy="285"/>
                </a:xfrm>
                <a:prstGeom prst="rect">
                  <a:avLst/>
                </a:prstGeom>
                <a:solidFill>
                  <a:srgbClr val="A3EF74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1" name="矩形 120"/>
                <p:cNvSpPr/>
                <p:nvPr/>
              </p:nvSpPr>
              <p:spPr>
                <a:xfrm>
                  <a:off x="6982" y="2993"/>
                  <a:ext cx="270" cy="285"/>
                </a:xfrm>
                <a:prstGeom prst="rect">
                  <a:avLst/>
                </a:prstGeom>
                <a:solidFill>
                  <a:srgbClr val="357BF5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2" name="矩形 121"/>
                <p:cNvSpPr/>
                <p:nvPr/>
              </p:nvSpPr>
              <p:spPr>
                <a:xfrm>
                  <a:off x="7300" y="4313"/>
                  <a:ext cx="270" cy="285"/>
                </a:xfrm>
                <a:prstGeom prst="rect">
                  <a:avLst/>
                </a:prstGeom>
                <a:solidFill>
                  <a:srgbClr val="2F32AD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3" name="矩形 122"/>
                <p:cNvSpPr/>
                <p:nvPr/>
              </p:nvSpPr>
              <p:spPr>
                <a:xfrm>
                  <a:off x="7300" y="3983"/>
                  <a:ext cx="270" cy="285"/>
                </a:xfrm>
                <a:prstGeom prst="rect">
                  <a:avLst/>
                </a:prstGeom>
                <a:solidFill>
                  <a:srgbClr val="40BCDA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4" name="矩形 123"/>
                <p:cNvSpPr/>
                <p:nvPr/>
              </p:nvSpPr>
              <p:spPr>
                <a:xfrm>
                  <a:off x="7300" y="3653"/>
                  <a:ext cx="270" cy="285"/>
                </a:xfrm>
                <a:prstGeom prst="rect">
                  <a:avLst/>
                </a:prstGeom>
                <a:solidFill>
                  <a:srgbClr val="32ADEF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125" name="矩形 124"/>
                <p:cNvSpPr/>
                <p:nvPr/>
              </p:nvSpPr>
              <p:spPr>
                <a:xfrm>
                  <a:off x="7300" y="3323"/>
                  <a:ext cx="270" cy="285"/>
                </a:xfrm>
                <a:prstGeom prst="rect">
                  <a:avLst/>
                </a:prstGeom>
                <a:solidFill>
                  <a:srgbClr val="345DEA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26" name="矩形 125"/>
                <p:cNvSpPr/>
                <p:nvPr/>
              </p:nvSpPr>
              <p:spPr>
                <a:xfrm>
                  <a:off x="7300" y="2993"/>
                  <a:ext cx="270" cy="285"/>
                </a:xfrm>
                <a:prstGeom prst="rect">
                  <a:avLst/>
                </a:prstGeom>
                <a:solidFill>
                  <a:srgbClr val="1E2670"/>
                </a:solidFill>
                <a:ln w="22225" cap="sq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31" name="图片 30"/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-5798" y="2191"/>
                <a:ext cx="3171" cy="2072"/>
              </a:xfrm>
              <a:prstGeom prst="rect">
                <a:avLst/>
              </a:prstGeom>
            </p:spPr>
          </p:pic>
          <p:pic>
            <p:nvPicPr>
              <p:cNvPr id="32" name="图片 31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35" y="-3161"/>
                <a:ext cx="2345" cy="1545"/>
              </a:xfrm>
              <a:prstGeom prst="rect">
                <a:avLst/>
              </a:prstGeom>
            </p:spPr>
          </p:pic>
          <p:pic>
            <p:nvPicPr>
              <p:cNvPr id="33" name="图片 32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936" y="-1578"/>
                <a:ext cx="2344" cy="1546"/>
              </a:xfrm>
              <a:prstGeom prst="rect">
                <a:avLst/>
              </a:prstGeom>
            </p:spPr>
          </p:pic>
          <p:pic>
            <p:nvPicPr>
              <p:cNvPr id="34" name="图片 33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927" y="182"/>
                <a:ext cx="2353" cy="1547"/>
              </a:xfrm>
              <a:prstGeom prst="rect">
                <a:avLst/>
              </a:prstGeom>
            </p:spPr>
          </p:pic>
          <p:sp>
            <p:nvSpPr>
              <p:cNvPr id="35" name="文本框 3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5757" y="-431"/>
                <a:ext cx="174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/>
                  <a:t>...</a:t>
                </a:r>
                <a:endParaRPr lang="en-US" altLang="zh-CN" sz="2400"/>
              </a:p>
            </p:txBody>
          </p:sp>
          <p:sp>
            <p:nvSpPr>
              <p:cNvPr id="223" name="圆角矩形 222"/>
              <p:cNvSpPr/>
              <p:nvPr/>
            </p:nvSpPr>
            <p:spPr>
              <a:xfrm>
                <a:off x="1034" y="3240"/>
                <a:ext cx="7603" cy="1735"/>
              </a:xfrm>
              <a:prstGeom prst="roundRect">
                <a:avLst>
                  <a:gd name="adj" fmla="val 7492"/>
                </a:avLst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44" name="文本框 243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-5153" y="8235"/>
                <a:ext cx="1746" cy="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400"/>
                  <a:t>...</a:t>
                </a:r>
                <a:endParaRPr lang="en-US" altLang="zh-CN" sz="2400"/>
              </a:p>
            </p:txBody>
          </p:sp>
          <p:sp>
            <p:nvSpPr>
              <p:cNvPr id="4" name="圆角矩形 3"/>
              <p:cNvSpPr/>
              <p:nvPr/>
            </p:nvSpPr>
            <p:spPr>
              <a:xfrm>
                <a:off x="10599" y="-4127"/>
                <a:ext cx="4762" cy="14747"/>
              </a:xfrm>
              <a:prstGeom prst="roundRect">
                <a:avLst>
                  <a:gd name="adj" fmla="val 5522"/>
                </a:avLst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2249" y="-3789"/>
                <a:ext cx="131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ACRE</a:t>
                </a:r>
                <a:endParaRPr lang="en-US" altLang="zh-CN" b="1"/>
              </a:p>
            </p:txBody>
          </p:sp>
          <p:grpSp>
            <p:nvGrpSpPr>
              <p:cNvPr id="165" name="组合 164"/>
              <p:cNvGrpSpPr/>
              <p:nvPr/>
            </p:nvGrpSpPr>
            <p:grpSpPr>
              <a:xfrm rot="0">
                <a:off x="11787" y="-1993"/>
                <a:ext cx="1743" cy="768"/>
                <a:chOff x="7782" y="4764"/>
                <a:chExt cx="1743" cy="768"/>
              </a:xfrm>
            </p:grpSpPr>
            <p:cxnSp>
              <p:nvCxnSpPr>
                <p:cNvPr id="154" name="直接连接符 153"/>
                <p:cNvCxnSpPr/>
                <p:nvPr/>
              </p:nvCxnSpPr>
              <p:spPr>
                <a:xfrm flipV="1">
                  <a:off x="8076" y="4764"/>
                  <a:ext cx="394" cy="2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直接连接符 154"/>
                <p:cNvCxnSpPr/>
                <p:nvPr/>
              </p:nvCxnSpPr>
              <p:spPr>
                <a:xfrm flipV="1">
                  <a:off x="8314" y="4764"/>
                  <a:ext cx="394" cy="2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直接连接符 155"/>
                <p:cNvCxnSpPr/>
                <p:nvPr/>
              </p:nvCxnSpPr>
              <p:spPr>
                <a:xfrm flipV="1">
                  <a:off x="8573" y="4764"/>
                  <a:ext cx="394" cy="2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直接连接符 156"/>
                <p:cNvCxnSpPr/>
                <p:nvPr/>
              </p:nvCxnSpPr>
              <p:spPr>
                <a:xfrm flipV="1">
                  <a:off x="8840" y="4764"/>
                  <a:ext cx="382" cy="25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直接连接符 157"/>
                <p:cNvCxnSpPr/>
                <p:nvPr/>
              </p:nvCxnSpPr>
              <p:spPr>
                <a:xfrm flipH="1">
                  <a:off x="9294" y="4984"/>
                  <a:ext cx="1" cy="40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直接连接符 158"/>
                <p:cNvCxnSpPr/>
                <p:nvPr/>
              </p:nvCxnSpPr>
              <p:spPr>
                <a:xfrm>
                  <a:off x="8072" y="4872"/>
                  <a:ext cx="1203" cy="3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直接连接符 159"/>
                <p:cNvCxnSpPr/>
                <p:nvPr/>
              </p:nvCxnSpPr>
              <p:spPr>
                <a:xfrm>
                  <a:off x="7782" y="5298"/>
                  <a:ext cx="1353" cy="6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直接连接符 160"/>
                <p:cNvCxnSpPr/>
                <p:nvPr/>
              </p:nvCxnSpPr>
              <p:spPr>
                <a:xfrm flipV="1">
                  <a:off x="9135" y="5001"/>
                  <a:ext cx="390" cy="297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直接连接符 161"/>
                <p:cNvCxnSpPr/>
                <p:nvPr/>
              </p:nvCxnSpPr>
              <p:spPr>
                <a:xfrm flipV="1">
                  <a:off x="8072" y="5270"/>
                  <a:ext cx="389" cy="259"/>
                </a:xfrm>
                <a:prstGeom prst="line">
                  <a:avLst/>
                </a:prstGeom>
                <a:ln>
                  <a:solidFill>
                    <a:schemeClr val="tx1">
                      <a:alpha val="13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直接连接符 162"/>
                <p:cNvCxnSpPr/>
                <p:nvPr/>
              </p:nvCxnSpPr>
              <p:spPr>
                <a:xfrm flipV="1">
                  <a:off x="8336" y="5273"/>
                  <a:ext cx="386" cy="256"/>
                </a:xfrm>
                <a:prstGeom prst="line">
                  <a:avLst/>
                </a:prstGeom>
                <a:ln>
                  <a:solidFill>
                    <a:schemeClr val="tx1">
                      <a:alpha val="13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直接连接符 163"/>
                <p:cNvCxnSpPr/>
                <p:nvPr/>
              </p:nvCxnSpPr>
              <p:spPr>
                <a:xfrm flipV="1">
                  <a:off x="8582" y="5264"/>
                  <a:ext cx="404" cy="268"/>
                </a:xfrm>
                <a:prstGeom prst="line">
                  <a:avLst/>
                </a:prstGeom>
                <a:ln>
                  <a:solidFill>
                    <a:schemeClr val="tx1">
                      <a:alpha val="13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6" name="文本框 165"/>
              <p:cNvSpPr txBox="1"/>
              <p:nvPr/>
            </p:nvSpPr>
            <p:spPr>
              <a:xfrm>
                <a:off x="11508" y="-2501"/>
                <a:ext cx="3203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prototype pooling</a:t>
                </a:r>
                <a:endParaRPr lang="en-US" altLang="zh-CN" sz="14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立方体 166"/>
                  <p:cNvSpPr/>
                  <p:nvPr/>
                </p:nvSpPr>
                <p:spPr>
                  <a:xfrm>
                    <a:off x="12207" y="-805"/>
                    <a:ext cx="720" cy="720"/>
                  </a:xfrm>
                  <a:prstGeom prst="cube">
                    <a:avLst/>
                  </a:prstGeom>
                  <a:solidFill>
                    <a:srgbClr val="9DC3E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𝐏</m:t>
                          </m:r>
                        </m:oMath>
                      </m:oMathPara>
                    </a14:m>
                    <a:endParaRPr lang="en-US" altLang="zh-CN" b="1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167" name="立方体 16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207" y="-805"/>
                    <a:ext cx="720" cy="720"/>
                  </a:xfrm>
                  <a:prstGeom prst="cube">
                    <a:avLst/>
                  </a:prstGeom>
                  <a:blipFill rotWithShape="1">
                    <a:blip r:embed="rId38"/>
                  </a:blip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8" name="肘形连接符 167"/>
              <p:cNvCxnSpPr/>
              <p:nvPr/>
            </p:nvCxnSpPr>
            <p:spPr>
              <a:xfrm flipV="1">
                <a:off x="9763" y="-1610"/>
                <a:ext cx="2006" cy="1279"/>
              </a:xfrm>
              <a:prstGeom prst="bentConnector3">
                <a:avLst>
                  <a:gd name="adj1" fmla="val 38035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168"/>
              <p:cNvCxnSpPr/>
              <p:nvPr/>
            </p:nvCxnSpPr>
            <p:spPr>
              <a:xfrm>
                <a:off x="12507" y="-1196"/>
                <a:ext cx="8" cy="384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0" name="肘形连接符 169"/>
              <p:cNvCxnSpPr/>
              <p:nvPr/>
            </p:nvCxnSpPr>
            <p:spPr>
              <a:xfrm flipV="1">
                <a:off x="10046" y="-1610"/>
                <a:ext cx="1723" cy="3701"/>
              </a:xfrm>
              <a:prstGeom prst="bentConnector3">
                <a:avLst>
                  <a:gd name="adj1" fmla="val 50029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72" name="椭圆 171"/>
              <p:cNvSpPr/>
              <p:nvPr/>
            </p:nvSpPr>
            <p:spPr>
              <a:xfrm>
                <a:off x="12263" y="306"/>
                <a:ext cx="494" cy="50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>
                    <a:solidFill>
                      <a:schemeClr val="tx1"/>
                    </a:solidFill>
                  </a:rPr>
                  <a:t>A</a:t>
                </a:r>
                <a:endParaRPr lang="en-US" altLang="zh-CN" b="1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3" name="直接箭头连接符 172"/>
              <p:cNvCxnSpPr/>
              <p:nvPr/>
            </p:nvCxnSpPr>
            <p:spPr>
              <a:xfrm>
                <a:off x="12499" y="-90"/>
                <a:ext cx="8" cy="384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" name="直接连接符 4"/>
              <p:cNvCxnSpPr/>
              <p:nvPr/>
            </p:nvCxnSpPr>
            <p:spPr>
              <a:xfrm>
                <a:off x="12510" y="807"/>
                <a:ext cx="3" cy="243"/>
              </a:xfrm>
              <a:prstGeom prst="line">
                <a:avLst/>
              </a:prstGeom>
              <a:ln w="28575" cmpd="sng">
                <a:solidFill>
                  <a:srgbClr val="325395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连接符 37"/>
              <p:cNvCxnSpPr/>
              <p:nvPr/>
            </p:nvCxnSpPr>
            <p:spPr>
              <a:xfrm flipV="1">
                <a:off x="12043" y="-1857"/>
                <a:ext cx="0" cy="486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 flipH="1" flipV="1">
                <a:off x="12049" y="-1598"/>
                <a:ext cx="1245" cy="9"/>
              </a:xfrm>
              <a:prstGeom prst="line">
                <a:avLst/>
              </a:prstGeom>
              <a:ln>
                <a:solidFill>
                  <a:schemeClr val="tx1">
                    <a:alpha val="18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7" name="直接连接符 56"/>
              <p:cNvCxnSpPr/>
              <p:nvPr/>
            </p:nvCxnSpPr>
            <p:spPr>
              <a:xfrm flipV="1">
                <a:off x="12070" y="-1728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8" name="直接连接符 57"/>
              <p:cNvCxnSpPr/>
              <p:nvPr/>
            </p:nvCxnSpPr>
            <p:spPr>
              <a:xfrm flipV="1">
                <a:off x="12324" y="-1718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9" name="直接连接符 58"/>
              <p:cNvCxnSpPr/>
              <p:nvPr/>
            </p:nvCxnSpPr>
            <p:spPr>
              <a:xfrm flipV="1">
                <a:off x="12595" y="-1718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V="1">
                <a:off x="12845" y="-1718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1" name="直接连接符 60"/>
              <p:cNvCxnSpPr/>
              <p:nvPr/>
            </p:nvCxnSpPr>
            <p:spPr>
              <a:xfrm flipV="1">
                <a:off x="11799" y="-1724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9" name="组合 48"/>
              <p:cNvGrpSpPr/>
              <p:nvPr/>
            </p:nvGrpSpPr>
            <p:grpSpPr>
              <a:xfrm rot="0">
                <a:off x="12211" y="3641"/>
                <a:ext cx="532" cy="1012"/>
                <a:chOff x="12257" y="3519"/>
                <a:chExt cx="532" cy="948"/>
              </a:xfrm>
            </p:grpSpPr>
            <p:grpSp>
              <p:nvGrpSpPr>
                <p:cNvPr id="177" name="组合 176"/>
                <p:cNvGrpSpPr/>
                <p:nvPr/>
              </p:nvGrpSpPr>
              <p:grpSpPr>
                <a:xfrm>
                  <a:off x="12257" y="3519"/>
                  <a:ext cx="532" cy="544"/>
                  <a:chOff x="6825" y="5496"/>
                  <a:chExt cx="532" cy="544"/>
                </a:xfrm>
              </p:grpSpPr>
              <p:sp>
                <p:nvSpPr>
                  <p:cNvPr id="174" name="椭圆 173"/>
                  <p:cNvSpPr/>
                  <p:nvPr/>
                </p:nvSpPr>
                <p:spPr>
                  <a:xfrm>
                    <a:off x="6863" y="5532"/>
                    <a:ext cx="494" cy="501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en-US" altLang="zh-CN" b="1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6" name="文本框 175"/>
                  <p:cNvSpPr txBox="1"/>
                  <p:nvPr/>
                </p:nvSpPr>
                <p:spPr>
                  <a:xfrm>
                    <a:off x="6825" y="5496"/>
                    <a:ext cx="312" cy="54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b="1"/>
                      <a:t>w</a:t>
                    </a:r>
                    <a:endParaRPr lang="en-US" altLang="zh-CN" b="1"/>
                  </a:p>
                </p:txBody>
              </p:sp>
            </p:grpSp>
            <p:cxnSp>
              <p:nvCxnSpPr>
                <p:cNvPr id="62" name="直接箭头连接符 61"/>
                <p:cNvCxnSpPr/>
                <p:nvPr/>
              </p:nvCxnSpPr>
              <p:spPr>
                <a:xfrm>
                  <a:off x="12534" y="4066"/>
                  <a:ext cx="4" cy="401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arrow" w="med" len="med"/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肘形连接符 62"/>
              <p:cNvCxnSpPr/>
              <p:nvPr/>
            </p:nvCxnSpPr>
            <p:spPr>
              <a:xfrm flipV="1">
                <a:off x="13559" y="-1610"/>
                <a:ext cx="5" cy="7812"/>
              </a:xfrm>
              <a:prstGeom prst="bentConnector3">
                <a:avLst>
                  <a:gd name="adj1" fmla="val 23800000"/>
                </a:avLst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4" name="文本框 63"/>
              <p:cNvSpPr txBox="1"/>
              <p:nvPr/>
            </p:nvSpPr>
            <p:spPr>
              <a:xfrm rot="5400000">
                <a:off x="13130" y="1116"/>
                <a:ext cx="374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Iterative refinement</a:t>
                </a:r>
                <a:endParaRPr lang="en-US" altLang="zh-CN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4011" y="-3778"/>
                <a:ext cx="447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Noisy initial responses</a:t>
                </a:r>
                <a:endParaRPr lang="en-US" altLang="zh-CN" b="1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>
                <a:off x="-1385" y="5365"/>
                <a:ext cx="11107" cy="4752"/>
              </a:xfrm>
              <a:prstGeom prst="round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66" name="文本框 65"/>
              <p:cNvSpPr txBox="1"/>
              <p:nvPr/>
            </p:nvSpPr>
            <p:spPr>
              <a:xfrm>
                <a:off x="3511" y="5469"/>
                <a:ext cx="384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Soft-RPF</a:t>
                </a:r>
                <a:endParaRPr lang="en-US" altLang="zh-CN" b="1"/>
              </a:p>
            </p:txBody>
          </p:sp>
          <p:sp>
            <p:nvSpPr>
              <p:cNvPr id="138" name="流程图: 决策 137"/>
              <p:cNvSpPr/>
              <p:nvPr/>
            </p:nvSpPr>
            <p:spPr>
              <a:xfrm rot="5400000">
                <a:off x="9216" y="6322"/>
                <a:ext cx="1801" cy="782"/>
              </a:xfrm>
              <a:prstGeom prst="flowChartDecision">
                <a:avLst/>
              </a:prstGeom>
              <a:no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3" name="文本框 142"/>
                  <p:cNvSpPr txBox="1"/>
                  <p:nvPr/>
                </p:nvSpPr>
                <p:spPr>
                  <a:xfrm rot="5400000">
                    <a:off x="8158" y="6410"/>
                    <a:ext cx="3959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𝑠𝑐𝑜𝑟𝑒</m:t>
                          </m:r>
                          <m:r>
                            <a:rPr lang="en-US" altLang="zh-CN" sz="1400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b="1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43" name="文本框 1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8158" y="6410"/>
                    <a:ext cx="3959" cy="483"/>
                  </a:xfrm>
                  <a:prstGeom prst="rect">
                    <a:avLst/>
                  </a:prstGeom>
                  <a:blipFill rotWithShape="1">
                    <a:blip r:embed="rId3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8" name="文本框 147"/>
                  <p:cNvSpPr txBox="1"/>
                  <p:nvPr/>
                </p:nvSpPr>
                <p:spPr>
                  <a:xfrm>
                    <a:off x="8662" y="6014"/>
                    <a:ext cx="916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ℎ𝑎𝑟𝑑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48" name="文本框 1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62" y="6014"/>
                    <a:ext cx="916" cy="483"/>
                  </a:xfrm>
                  <a:prstGeom prst="rect">
                    <a:avLst/>
                  </a:prstGeom>
                  <a:blipFill rotWithShape="1">
                    <a:blip r:embed="rId4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1" name="组合 40"/>
              <p:cNvGrpSpPr/>
              <p:nvPr/>
            </p:nvGrpSpPr>
            <p:grpSpPr>
              <a:xfrm rot="0">
                <a:off x="11194" y="836"/>
                <a:ext cx="3317" cy="2433"/>
                <a:chOff x="15175" y="6411"/>
                <a:chExt cx="3317" cy="2433"/>
              </a:xfrm>
            </p:grpSpPr>
            <p:pic>
              <p:nvPicPr>
                <p:cNvPr id="24" name="图片 23"/>
                <p:cNvPicPr/>
                <p:nvPr/>
              </p:nvPicPr>
              <p:blipFill>
                <a:blip r:embed="rId12"/>
                <a:srcRect t="8111" b="8556"/>
                <a:stretch>
                  <a:fillRect/>
                </a:stretch>
              </p:blipFill>
              <p:spPr>
                <a:xfrm>
                  <a:off x="15231" y="6699"/>
                  <a:ext cx="3170" cy="2073"/>
                </a:xfrm>
                <a:prstGeom prst="rect">
                  <a:avLst/>
                </a:prstGeom>
              </p:spPr>
            </p:pic>
            <p:cxnSp>
              <p:nvCxnSpPr>
                <p:cNvPr id="36" name="直接连接符 35"/>
                <p:cNvCxnSpPr/>
                <p:nvPr/>
              </p:nvCxnSpPr>
              <p:spPr>
                <a:xfrm>
                  <a:off x="16497" y="6411"/>
                  <a:ext cx="3" cy="243"/>
                </a:xfrm>
                <a:prstGeom prst="line">
                  <a:avLst/>
                </a:prstGeom>
                <a:ln w="28575" cmpd="sng">
                  <a:solidFill>
                    <a:srgbClr val="325395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pic>
              <p:nvPicPr>
                <p:cNvPr id="37" name="图片 36"/>
                <p:cNvPicPr/>
                <p:nvPr/>
              </p:nvPicPr>
              <p:blipFill>
                <a:blip r:embed="rId41">
                  <a:alphaModFix amt="80000"/>
                </a:blip>
                <a:stretch>
                  <a:fillRect/>
                </a:stretch>
              </p:blipFill>
              <p:spPr>
                <a:xfrm>
                  <a:off x="15322" y="6654"/>
                  <a:ext cx="3170" cy="2092"/>
                </a:xfrm>
                <a:prstGeom prst="rect">
                  <a:avLst/>
                </a:prstGeom>
              </p:spPr>
            </p:pic>
            <p:pic>
              <p:nvPicPr>
                <p:cNvPr id="17" name="图片 16"/>
                <p:cNvPicPr/>
                <p:nvPr/>
              </p:nvPicPr>
              <p:blipFill>
                <a:blip r:embed="rId11">
                  <a:alphaModFix amt="21000"/>
                </a:blip>
                <a:srcRect l="6471" t="-1544" r="6552" b="1544"/>
                <a:stretch>
                  <a:fillRect/>
                </a:stretch>
              </p:blipFill>
              <p:spPr>
                <a:xfrm>
                  <a:off x="15175" y="6772"/>
                  <a:ext cx="3226" cy="2072"/>
                </a:xfrm>
                <a:prstGeom prst="rect">
                  <a:avLst/>
                </a:prstGeom>
              </p:spPr>
            </p:pic>
          </p:grpSp>
          <p:sp>
            <p:nvSpPr>
              <p:cNvPr id="130" name="椭圆 129"/>
              <p:cNvSpPr/>
              <p:nvPr/>
            </p:nvSpPr>
            <p:spPr>
              <a:xfrm rot="18900000">
                <a:off x="9045" y="6550"/>
                <a:ext cx="296" cy="296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88" name="组合 187"/>
              <p:cNvGrpSpPr/>
              <p:nvPr/>
            </p:nvGrpSpPr>
            <p:grpSpPr>
              <a:xfrm rot="18900000">
                <a:off x="6612" y="7670"/>
                <a:ext cx="550" cy="550"/>
                <a:chOff x="7252" y="7856"/>
                <a:chExt cx="550" cy="550"/>
              </a:xfrm>
            </p:grpSpPr>
            <p:sp>
              <p:nvSpPr>
                <p:cNvPr id="189" name="椭圆 188"/>
                <p:cNvSpPr/>
                <p:nvPr/>
              </p:nvSpPr>
              <p:spPr>
                <a:xfrm rot="18900000">
                  <a:off x="7252" y="7856"/>
                  <a:ext cx="550" cy="550"/>
                </a:xfrm>
                <a:prstGeom prst="ellipse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grpSp>
              <p:nvGrpSpPr>
                <p:cNvPr id="190" name="组合 189"/>
                <p:cNvGrpSpPr/>
                <p:nvPr/>
              </p:nvGrpSpPr>
              <p:grpSpPr>
                <a:xfrm>
                  <a:off x="7333" y="7937"/>
                  <a:ext cx="388" cy="388"/>
                  <a:chOff x="7333" y="7937"/>
                  <a:chExt cx="388" cy="388"/>
                </a:xfrm>
              </p:grpSpPr>
              <p:cxnSp>
                <p:nvCxnSpPr>
                  <p:cNvPr id="191" name="直接连接符 190"/>
                  <p:cNvCxnSpPr>
                    <a:stCxn id="189" idx="0"/>
                    <a:endCxn id="189" idx="4"/>
                  </p:cNvCxnSpPr>
                  <p:nvPr/>
                </p:nvCxnSpPr>
                <p:spPr>
                  <a:xfrm>
                    <a:off x="7333" y="7937"/>
                    <a:ext cx="388" cy="388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直接连接符 191"/>
                  <p:cNvCxnSpPr/>
                  <p:nvPr/>
                </p:nvCxnSpPr>
                <p:spPr>
                  <a:xfrm flipV="1">
                    <a:off x="7333" y="7937"/>
                    <a:ext cx="388" cy="388"/>
                  </a:xfrm>
                  <a:prstGeom prst="line">
                    <a:avLst/>
                  </a:prstGeom>
                  <a:ln w="28575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4" name="文本框 193"/>
                  <p:cNvSpPr txBox="1"/>
                  <p:nvPr/>
                </p:nvSpPr>
                <p:spPr>
                  <a:xfrm>
                    <a:off x="5641" y="7415"/>
                    <a:ext cx="828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𝑚𝑖𝑥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94" name="文本框 19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41" y="7415"/>
                    <a:ext cx="828" cy="580"/>
                  </a:xfrm>
                  <a:prstGeom prst="rect">
                    <a:avLst/>
                  </a:prstGeom>
                  <a:blipFill rotWithShape="1">
                    <a:blip r:embed="rId4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圆角矩形 195"/>
              <p:cNvSpPr/>
              <p:nvPr/>
            </p:nvSpPr>
            <p:spPr>
              <a:xfrm>
                <a:off x="7572" y="6655"/>
                <a:ext cx="604" cy="2580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98" name="直接连接符 197"/>
              <p:cNvCxnSpPr/>
              <p:nvPr/>
            </p:nvCxnSpPr>
            <p:spPr>
              <a:xfrm>
                <a:off x="7583" y="8420"/>
                <a:ext cx="767" cy="1"/>
              </a:xfrm>
              <a:prstGeom prst="line">
                <a:avLst/>
              </a:prstGeom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99" name="文本框 198"/>
              <p:cNvSpPr txBox="1"/>
              <p:nvPr/>
            </p:nvSpPr>
            <p:spPr>
              <a:xfrm rot="5400000">
                <a:off x="7281" y="7383"/>
                <a:ext cx="1157" cy="54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/>
                  <a:t>hard</a:t>
                </a:r>
                <a:endParaRPr lang="en-US" altLang="zh-CN"/>
              </a:p>
            </p:txBody>
          </p:sp>
          <p:sp>
            <p:nvSpPr>
              <p:cNvPr id="200" name="文本框 199"/>
              <p:cNvSpPr txBox="1"/>
              <p:nvPr/>
            </p:nvSpPr>
            <p:spPr>
              <a:xfrm rot="5400000">
                <a:off x="7314" y="8625"/>
                <a:ext cx="1071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soft</a:t>
                </a:r>
                <a:endParaRPr lang="en-US" altLang="zh-CN"/>
              </a:p>
            </p:txBody>
          </p:sp>
          <p:cxnSp>
            <p:nvCxnSpPr>
              <p:cNvPr id="201" name="直接连接符 200"/>
              <p:cNvCxnSpPr/>
              <p:nvPr/>
            </p:nvCxnSpPr>
            <p:spPr>
              <a:xfrm>
                <a:off x="8093" y="9234"/>
                <a:ext cx="232" cy="0"/>
              </a:xfrm>
              <a:prstGeom prst="line">
                <a:avLst/>
              </a:prstGeom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4" name="直接连接符 203"/>
              <p:cNvCxnSpPr/>
              <p:nvPr/>
            </p:nvCxnSpPr>
            <p:spPr>
              <a:xfrm>
                <a:off x="8093" y="6657"/>
                <a:ext cx="232" cy="0"/>
              </a:xfrm>
              <a:prstGeom prst="line">
                <a:avLst/>
              </a:prstGeom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6" name="文本框 205"/>
                  <p:cNvSpPr txBox="1"/>
                  <p:nvPr/>
                </p:nvSpPr>
                <p:spPr>
                  <a:xfrm>
                    <a:off x="8210" y="8969"/>
                    <a:ext cx="1193" cy="5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𝜆</m:t>
                        </m:r>
                      </m:oMath>
                    </a14:m>
                    <a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a:t>=0</a:t>
                    </a:r>
                    <a:endPara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206" name="文本框 20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10" y="8969"/>
                    <a:ext cx="1193" cy="531"/>
                  </a:xfrm>
                  <a:prstGeom prst="rect">
                    <a:avLst/>
                  </a:prstGeom>
                  <a:blipFill rotWithShape="1">
                    <a:blip r:embed="rId4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7" name="文本框 206"/>
                  <p:cNvSpPr txBox="1"/>
                  <p:nvPr/>
                </p:nvSpPr>
                <p:spPr>
                  <a:xfrm>
                    <a:off x="8168" y="6447"/>
                    <a:ext cx="1193" cy="5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r>
                          <a:rPr lang="en-US" altLang="zh-CN" sz="1600" i="1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𝜆</m:t>
                        </m:r>
                      </m:oMath>
                    </a14:m>
                    <a:r>
                      <a:rPr lang="en-US" altLang="zh-CN" sz="1600" i="1">
                        <a:latin typeface="Cambria Math" panose="02040503050406030204" charset="0"/>
                        <a:ea typeface="MS Mincho" panose="02020609040205080304" charset="-128"/>
                        <a:cs typeface="Cambria Math" panose="02040503050406030204" charset="0"/>
                      </a:rPr>
                      <a:t>=1</a:t>
                    </a:r>
                    <a:endPara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207" name="文本框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8" y="6447"/>
                    <a:ext cx="1193" cy="531"/>
                  </a:xfrm>
                  <a:prstGeom prst="rect">
                    <a:avLst/>
                  </a:prstGeom>
                  <a:blipFill rotWithShape="1">
                    <a:blip r:embed="rId4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6" name="椭圆 135"/>
              <p:cNvSpPr/>
              <p:nvPr/>
            </p:nvSpPr>
            <p:spPr>
              <a:xfrm rot="18900000">
                <a:off x="9045" y="9084"/>
                <a:ext cx="296" cy="296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7" name="文本框 136"/>
                  <p:cNvSpPr txBox="1"/>
                  <p:nvPr/>
                </p:nvSpPr>
                <p:spPr>
                  <a:xfrm>
                    <a:off x="9634" y="8781"/>
                    <a:ext cx="916" cy="46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zh-CN" sz="14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𝑠𝑜𝑓𝑡</m:t>
                              </m:r>
                            </m:sub>
                          </m:sSub>
                        </m:oMath>
                      </m:oMathPara>
                    </a14:m>
                    <a:endParaRPr lang="en-US" altLang="zh-CN" sz="1400" i="1">
                      <a:latin typeface="Cambria Math" panose="02040503050406030204" charset="0"/>
                      <a:cs typeface="Cambria Math" panose="02040503050406030204" charset="0"/>
                    </a:endParaRPr>
                  </a:p>
                </p:txBody>
              </p:sp>
            </mc:Choice>
            <mc:Fallback>
              <p:sp>
                <p:nvSpPr>
                  <p:cNvPr id="137" name="文本框 1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4" y="8781"/>
                    <a:ext cx="916" cy="464"/>
                  </a:xfrm>
                  <a:prstGeom prst="rect">
                    <a:avLst/>
                  </a:prstGeom>
                  <a:blipFill rotWithShape="1">
                    <a:blip r:embed="rId4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1" name="肘形连接符 140"/>
              <p:cNvCxnSpPr>
                <a:stCxn id="251" idx="1"/>
              </p:cNvCxnSpPr>
              <p:nvPr/>
            </p:nvCxnSpPr>
            <p:spPr>
              <a:xfrm rot="10800000" flipV="1">
                <a:off x="6887" y="7005"/>
                <a:ext cx="698" cy="664"/>
              </a:xfrm>
              <a:prstGeom prst="bentConnector3">
                <a:avLst>
                  <a:gd name="adj1" fmla="val 100000"/>
                </a:avLst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1" name="肘形连接符 180"/>
              <p:cNvCxnSpPr/>
              <p:nvPr/>
            </p:nvCxnSpPr>
            <p:spPr>
              <a:xfrm rot="10800000">
                <a:off x="6886" y="8219"/>
                <a:ext cx="709" cy="658"/>
              </a:xfrm>
              <a:prstGeom prst="bentConnector3">
                <a:avLst>
                  <a:gd name="adj1" fmla="val 100141"/>
                </a:avLst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150" name="组合 149"/>
              <p:cNvGrpSpPr/>
              <p:nvPr/>
            </p:nvGrpSpPr>
            <p:grpSpPr>
              <a:xfrm rot="0">
                <a:off x="4702" y="6655"/>
                <a:ext cx="988" cy="2948"/>
                <a:chOff x="4358" y="6586"/>
                <a:chExt cx="988" cy="2948"/>
              </a:xfrm>
            </p:grpSpPr>
            <p:sp>
              <p:nvSpPr>
                <p:cNvPr id="203" name="圆角矩形 202"/>
                <p:cNvSpPr/>
                <p:nvPr/>
              </p:nvSpPr>
              <p:spPr>
                <a:xfrm>
                  <a:off x="4549" y="6586"/>
                  <a:ext cx="797" cy="2580"/>
                </a:xfrm>
                <a:prstGeom prst="roundRect">
                  <a:avLst/>
                </a:prstGeom>
                <a:solidFill>
                  <a:srgbClr val="C9E6BD"/>
                </a:solidFill>
                <a:ln w="28575" cmpd="sng">
                  <a:solidFill>
                    <a:srgbClr val="1B7B3C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05" name="文本框 204"/>
                <p:cNvSpPr txBox="1"/>
                <p:nvPr/>
              </p:nvSpPr>
              <p:spPr>
                <a:xfrm rot="5400000">
                  <a:off x="3561" y="7749"/>
                  <a:ext cx="2582" cy="9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Feedback          </a:t>
                  </a:r>
                  <a:endParaRPr lang="en-US" altLang="zh-CN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  </a:t>
                  </a:r>
                  <a:r>
                    <a:rPr lang="en-US" altLang="zh-CN"/>
                    <a:t>gate</a:t>
                  </a:r>
                  <a:endParaRPr lang="en-US" altLang="zh-CN"/>
                </a:p>
              </p:txBody>
            </p:sp>
          </p:grpSp>
          <p:cxnSp>
            <p:nvCxnSpPr>
              <p:cNvPr id="69" name="直接箭头连接符 68"/>
              <p:cNvCxnSpPr/>
              <p:nvPr/>
            </p:nvCxnSpPr>
            <p:spPr>
              <a:xfrm flipH="1">
                <a:off x="12496" y="3272"/>
                <a:ext cx="3" cy="37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8" name="直接箭头连接符 127"/>
              <p:cNvCxnSpPr>
                <a:stCxn id="138" idx="2"/>
              </p:cNvCxnSpPr>
              <p:nvPr/>
            </p:nvCxnSpPr>
            <p:spPr>
              <a:xfrm flipH="1">
                <a:off x="9362" y="6714"/>
                <a:ext cx="364" cy="6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1" name="肘形连接符 130"/>
              <p:cNvCxnSpPr/>
              <p:nvPr/>
            </p:nvCxnSpPr>
            <p:spPr>
              <a:xfrm rot="10800000">
                <a:off x="10505" y="6709"/>
                <a:ext cx="2235" cy="1002"/>
              </a:xfrm>
              <a:prstGeom prst="bentConnector3">
                <a:avLst>
                  <a:gd name="adj1" fmla="val 72214"/>
                </a:avLst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32" name="文本框 131"/>
                  <p:cNvSpPr txBox="1"/>
                  <p:nvPr/>
                </p:nvSpPr>
                <p:spPr>
                  <a:xfrm>
                    <a:off x="3874" y="6613"/>
                    <a:ext cx="782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32" name="文本框 1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74" y="6613"/>
                    <a:ext cx="782" cy="580"/>
                  </a:xfrm>
                  <a:prstGeom prst="rect">
                    <a:avLst/>
                  </a:prstGeom>
                  <a:blipFill rotWithShape="1">
                    <a:blip r:embed="rId4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84" name="组合 183"/>
              <p:cNvGrpSpPr/>
              <p:nvPr/>
            </p:nvGrpSpPr>
            <p:grpSpPr>
              <a:xfrm rot="0">
                <a:off x="3978" y="7669"/>
                <a:ext cx="550" cy="552"/>
                <a:chOff x="12466" y="6854"/>
                <a:chExt cx="550" cy="550"/>
              </a:xfrm>
            </p:grpSpPr>
            <p:sp>
              <p:nvSpPr>
                <p:cNvPr id="149" name="椭圆 148"/>
                <p:cNvSpPr/>
                <p:nvPr/>
              </p:nvSpPr>
              <p:spPr>
                <a:xfrm rot="18900000">
                  <a:off x="12466" y="6854"/>
                  <a:ext cx="550" cy="550"/>
                </a:xfrm>
                <a:prstGeom prst="ellipse">
                  <a:avLst/>
                </a:prstGeom>
                <a:solidFill>
                  <a:schemeClr val="bg1"/>
                </a:solidFill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3" name="椭圆 182"/>
                <p:cNvSpPr/>
                <p:nvPr/>
              </p:nvSpPr>
              <p:spPr>
                <a:xfrm>
                  <a:off x="12682" y="7062"/>
                  <a:ext cx="120" cy="12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142" name="直接箭头连接符 141"/>
              <p:cNvCxnSpPr/>
              <p:nvPr/>
            </p:nvCxnSpPr>
            <p:spPr>
              <a:xfrm flipH="1">
                <a:off x="4253" y="7090"/>
                <a:ext cx="4" cy="580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5" name="直接箭头连接符 144"/>
              <p:cNvCxnSpPr/>
              <p:nvPr/>
            </p:nvCxnSpPr>
            <p:spPr>
              <a:xfrm flipH="1">
                <a:off x="4539" y="7948"/>
                <a:ext cx="336" cy="5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1" name="直接箭头连接符 150"/>
              <p:cNvCxnSpPr/>
              <p:nvPr/>
            </p:nvCxnSpPr>
            <p:spPr>
              <a:xfrm flipH="1">
                <a:off x="3589" y="7950"/>
                <a:ext cx="366" cy="8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4" name="直接箭头连接符 223"/>
              <p:cNvCxnSpPr>
                <a:stCxn id="232" idx="2"/>
              </p:cNvCxnSpPr>
              <p:nvPr/>
            </p:nvCxnSpPr>
            <p:spPr>
              <a:xfrm flipH="1">
                <a:off x="6050" y="1748"/>
                <a:ext cx="1" cy="442"/>
              </a:xfrm>
              <a:prstGeom prst="straightConnector1">
                <a:avLst/>
              </a:prstGeom>
              <a:ln w="28575" cmpd="sng">
                <a:solidFill>
                  <a:srgbClr val="325395"/>
                </a:solidFill>
                <a:prstDash val="solid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170"/>
              <p:cNvCxnSpPr/>
              <p:nvPr/>
            </p:nvCxnSpPr>
            <p:spPr>
              <a:xfrm flipH="1">
                <a:off x="5703" y="7941"/>
                <a:ext cx="886" cy="3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9" name="直接箭头连接符 208"/>
              <p:cNvCxnSpPr/>
              <p:nvPr/>
            </p:nvCxnSpPr>
            <p:spPr>
              <a:xfrm flipH="1" flipV="1">
                <a:off x="559" y="7951"/>
                <a:ext cx="358" cy="7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47" name="组合 46"/>
              <p:cNvGrpSpPr/>
              <p:nvPr/>
            </p:nvGrpSpPr>
            <p:grpSpPr>
              <a:xfrm rot="0">
                <a:off x="-1180" y="7177"/>
                <a:ext cx="1719" cy="1906"/>
                <a:chOff x="528" y="6900"/>
                <a:chExt cx="1719" cy="1906"/>
              </a:xfrm>
            </p:grpSpPr>
            <p:grpSp>
              <p:nvGrpSpPr>
                <p:cNvPr id="214" name="组合 213"/>
                <p:cNvGrpSpPr/>
                <p:nvPr/>
              </p:nvGrpSpPr>
              <p:grpSpPr>
                <a:xfrm>
                  <a:off x="666" y="6978"/>
                  <a:ext cx="1581" cy="1828"/>
                  <a:chOff x="665" y="7503"/>
                  <a:chExt cx="1581" cy="1264"/>
                </a:xfrm>
              </p:grpSpPr>
              <p:sp>
                <p:nvSpPr>
                  <p:cNvPr id="211" name="圆角矩形 210"/>
                  <p:cNvSpPr/>
                  <p:nvPr/>
                </p:nvSpPr>
                <p:spPr>
                  <a:xfrm>
                    <a:off x="665" y="7503"/>
                    <a:ext cx="1581" cy="968"/>
                  </a:xfrm>
                  <a:prstGeom prst="roundRect">
                    <a:avLst/>
                  </a:prstGeom>
                  <a:solidFill>
                    <a:srgbClr val="C9E6BD"/>
                  </a:solidFill>
                  <a:ln w="28575" cmpd="sng">
                    <a:solidFill>
                      <a:srgbClr val="1B7B3C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zh-CN" altLang="en-US">
                      <a:sym typeface="+mn-ea"/>
                    </a:endParaRPr>
                  </a:p>
                </p:txBody>
              </p:sp>
              <p:sp>
                <p:nvSpPr>
                  <p:cNvPr id="213" name="文本框 212"/>
                  <p:cNvSpPr txBox="1"/>
                  <p:nvPr/>
                </p:nvSpPr>
                <p:spPr>
                  <a:xfrm>
                    <a:off x="733" y="7751"/>
                    <a:ext cx="1513" cy="10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noAutofit/>
                  </a:bodyPr>
                  <a:p>
                    <a:r>
                      <a:rPr lang="en-US" altLang="zh-CN"/>
                      <a:t>purified</a:t>
                    </a:r>
                    <a:endParaRPr lang="en-US" altLang="zh-CN"/>
                  </a:p>
                  <a:p>
                    <a:r>
                      <a:rPr lang="en-US" altLang="zh-CN"/>
                      <a:t>support</a:t>
                    </a:r>
                    <a:endParaRPr lang="en-US" altLang="zh-CN"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12" name="文本框 211"/>
                    <p:cNvSpPr txBox="1"/>
                    <p:nvPr/>
                  </p:nvSpPr>
                  <p:spPr>
                    <a:xfrm>
                      <a:off x="528" y="6900"/>
                      <a:ext cx="1207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        </m:t>
                                </m:r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212" name="文本框 21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28" y="6900"/>
                      <a:ext cx="1207" cy="580"/>
                    </a:xfrm>
                    <a:prstGeom prst="rect">
                      <a:avLst/>
                    </a:prstGeom>
                    <a:blipFill rotWithShape="1">
                      <a:blip r:embed="rId47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133" name="图片 132" descr="c32b408fb985c049bf0a5cbf1e313936"/>
              <p:cNvPicPr>
                <a:picLocks noChangeAspect="1"/>
              </p:cNvPicPr>
              <p:nvPr/>
            </p:nvPicPr>
            <p:blipFill>
              <a:blip r:embed="rId48"/>
              <a:srcRect r="7816"/>
              <a:stretch>
                <a:fillRect/>
              </a:stretch>
            </p:blipFill>
            <p:spPr>
              <a:xfrm>
                <a:off x="681" y="5813"/>
                <a:ext cx="2986" cy="4009"/>
              </a:xfrm>
              <a:prstGeom prst="rect">
                <a:avLst/>
              </a:prstGeom>
            </p:spPr>
          </p:pic>
          <p:sp>
            <p:nvSpPr>
              <p:cNvPr id="135" name="文本框 134"/>
              <p:cNvSpPr txBox="1"/>
              <p:nvPr/>
            </p:nvSpPr>
            <p:spPr>
              <a:xfrm>
                <a:off x="10483" y="-2109"/>
                <a:ext cx="2563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safe init</a:t>
                </a:r>
                <a:endParaRPr lang="en-US" altLang="zh-CN" sz="1600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>
                <a:off x="11169" y="4652"/>
                <a:ext cx="3245" cy="933"/>
              </a:xfrm>
              <a:prstGeom prst="roundRect">
                <a:avLst/>
              </a:prstGeom>
              <a:solidFill>
                <a:srgbClr val="F8CDAC"/>
              </a:solidFill>
              <a:ln w="28575" cmpd="sng">
                <a:solidFill>
                  <a:srgbClr val="BF6122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b="1">
                    <a:solidFill>
                      <a:schemeClr val="tx1"/>
                    </a:solidFill>
                  </a:rPr>
                  <a:t>RTG-TopK</a:t>
                </a:r>
                <a:endParaRPr lang="en-US" altLang="zh-CN" b="1">
                  <a:solidFill>
                    <a:schemeClr val="tx1"/>
                  </a:solidFill>
                </a:endParaRPr>
              </a:p>
              <a:p>
                <a:pPr algn="ctr"/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46" name="直接箭头连接符 145"/>
              <p:cNvCxnSpPr/>
              <p:nvPr/>
            </p:nvCxnSpPr>
            <p:spPr>
              <a:xfrm flipH="1">
                <a:off x="11703" y="4149"/>
                <a:ext cx="10" cy="490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7" name="文本框 146"/>
                  <p:cNvSpPr txBox="1"/>
                  <p:nvPr/>
                </p:nvSpPr>
                <p:spPr>
                  <a:xfrm>
                    <a:off x="11189" y="3655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47" name="文本框 1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189" y="3655"/>
                    <a:ext cx="1054" cy="580"/>
                  </a:xfrm>
                  <a:prstGeom prst="rect">
                    <a:avLst/>
                  </a:prstGeom>
                  <a:blipFill rotWithShape="1">
                    <a:blip r:embed="rId4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90" name="直接箭头连接符 289"/>
              <p:cNvCxnSpPr/>
              <p:nvPr/>
            </p:nvCxnSpPr>
            <p:spPr>
              <a:xfrm>
                <a:off x="13553" y="5593"/>
                <a:ext cx="1" cy="1566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91" name="文本框 290"/>
                  <p:cNvSpPr txBox="1"/>
                  <p:nvPr/>
                </p:nvSpPr>
                <p:spPr>
                  <a:xfrm>
                    <a:off x="13495" y="-1578"/>
                    <a:ext cx="1329" cy="60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𝒇𝒊𝒏𝒂𝒍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291" name="文本框 2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495" y="-1578"/>
                    <a:ext cx="1329" cy="603"/>
                  </a:xfrm>
                  <a:prstGeom prst="rect">
                    <a:avLst/>
                  </a:prstGeom>
                  <a:blipFill rotWithShape="1">
                    <a:blip r:embed="rId5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5" name="文本框 294"/>
              <p:cNvSpPr txBox="1"/>
              <p:nvPr/>
            </p:nvSpPr>
            <p:spPr>
              <a:xfrm>
                <a:off x="11135" y="5053"/>
                <a:ext cx="3802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ym typeface="+mn-ea"/>
                  </a:rPr>
                  <a:t>(gate: conf + drift+mass)</a:t>
                </a:r>
                <a:endParaRPr lang="en-US" altLang="zh-CN" sz="1400">
                  <a:solidFill>
                    <a:schemeClr val="tx1"/>
                  </a:solidFill>
                </a:endParaRPr>
              </a:p>
              <a:p>
                <a:endParaRPr lang="en-US" altLang="zh-CN" sz="1400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05" name="文本框 304"/>
                  <p:cNvSpPr txBox="1"/>
                  <p:nvPr/>
                </p:nvSpPr>
                <p:spPr>
                  <a:xfrm>
                    <a:off x="12713" y="6202"/>
                    <a:ext cx="120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𝑷</m:t>
                              </m:r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305" name="文本框 3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713" y="6202"/>
                    <a:ext cx="1200" cy="580"/>
                  </a:xfrm>
                  <a:prstGeom prst="rect">
                    <a:avLst/>
                  </a:prstGeom>
                  <a:blipFill rotWithShape="1">
                    <a:blip r:embed="rId5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4" name="圆角矩形 53"/>
              <p:cNvSpPr/>
              <p:nvPr/>
            </p:nvSpPr>
            <p:spPr>
              <a:xfrm>
                <a:off x="-3022" y="5365"/>
                <a:ext cx="1483" cy="4752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-2185" y="6681"/>
                <a:ext cx="720" cy="1951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b="1"/>
                  <a:t>A</a:t>
                </a:r>
                <a:endParaRPr lang="en-US" altLang="zh-CN" b="1"/>
              </a:p>
              <a:p>
                <a:r>
                  <a:rPr lang="en-US" altLang="zh-CN" b="1"/>
                  <a:t>C</a:t>
                </a:r>
                <a:br>
                  <a:rPr lang="en-US" altLang="zh-CN" b="1"/>
                </a:br>
                <a:r>
                  <a:rPr lang="en-US" altLang="zh-CN" b="1"/>
                  <a:t>R</a:t>
                </a:r>
                <a:br>
                  <a:rPr lang="en-US" altLang="zh-CN" b="1"/>
                </a:br>
                <a:r>
                  <a:rPr lang="en-US" altLang="zh-CN" b="1"/>
                  <a:t>E</a:t>
                </a:r>
                <a:endParaRPr lang="en-US" altLang="zh-CN" b="1"/>
              </a:p>
              <a:p>
                <a:endParaRPr lang="en-US" altLang="zh-CN" b="1"/>
              </a:p>
            </p:txBody>
          </p:sp>
          <p:cxnSp>
            <p:nvCxnSpPr>
              <p:cNvPr id="99" name="直接箭头连接符 98"/>
              <p:cNvCxnSpPr/>
              <p:nvPr/>
            </p:nvCxnSpPr>
            <p:spPr>
              <a:xfrm flipH="1">
                <a:off x="-1539" y="7955"/>
                <a:ext cx="494" cy="5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40" name="图片 139"/>
              <p:cNvPicPr>
                <a:picLocks noChangeAspect="1"/>
              </p:cNvPicPr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1533" y="6049"/>
                <a:ext cx="1458" cy="939"/>
              </a:xfrm>
              <a:prstGeom prst="rect">
                <a:avLst/>
              </a:prstGeom>
            </p:spPr>
          </p:pic>
          <p:grpSp>
            <p:nvGrpSpPr>
              <p:cNvPr id="144" name="组合 143"/>
              <p:cNvGrpSpPr/>
              <p:nvPr/>
            </p:nvGrpSpPr>
            <p:grpSpPr>
              <a:xfrm rot="0">
                <a:off x="12713" y="6189"/>
                <a:ext cx="2517" cy="2080"/>
                <a:chOff x="18712" y="6124"/>
                <a:chExt cx="2517" cy="2080"/>
              </a:xfrm>
            </p:grpSpPr>
            <p:grpSp>
              <p:nvGrpSpPr>
                <p:cNvPr id="152" name="组合 151"/>
                <p:cNvGrpSpPr/>
                <p:nvPr/>
              </p:nvGrpSpPr>
              <p:grpSpPr>
                <a:xfrm>
                  <a:off x="18712" y="7128"/>
                  <a:ext cx="2517" cy="1076"/>
                  <a:chOff x="17726" y="7128"/>
                  <a:chExt cx="2517" cy="1076"/>
                </a:xfrm>
              </p:grpSpPr>
              <p:sp>
                <p:nvSpPr>
                  <p:cNvPr id="175" name="圆角矩形 174"/>
                  <p:cNvSpPr/>
                  <p:nvPr/>
                </p:nvSpPr>
                <p:spPr>
                  <a:xfrm>
                    <a:off x="17751" y="7141"/>
                    <a:ext cx="1776" cy="1063"/>
                  </a:xfrm>
                  <a:prstGeom prst="roundRect">
                    <a:avLst/>
                  </a:prstGeom>
                  <a:solidFill>
                    <a:srgbClr val="9DC3E6"/>
                  </a:solidFill>
                  <a:ln w="12700" cmpd="sng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vertOverflow="overflow" horzOverflow="overflow" vert="horz" wrap="square" numCol="1" spcCol="0" rtlCol="0" fromWordArt="0" anchor="ctr" anchorCtr="0" forceAA="0" compatLnSpc="1">
                    <a:noAutofit/>
                  </a:bodyPr>
                  <a:p>
                    <a:pPr lvl="0" algn="ctr">
                      <a:buClrTx/>
                      <a:buSzTx/>
                      <a:buFontTx/>
                    </a:pPr>
                    <a:endParaRPr lang="en-US" altLang="zh-CN">
                      <a:solidFill>
                        <a:schemeClr val="tx1"/>
                      </a:solidFill>
                      <a:sym typeface="+mn-ea"/>
                    </a:endParaRPr>
                  </a:p>
                </p:txBody>
              </p:sp>
              <p:sp>
                <p:nvSpPr>
                  <p:cNvPr id="179" name="文本框 178"/>
                  <p:cNvSpPr txBox="1"/>
                  <p:nvPr/>
                </p:nvSpPr>
                <p:spPr>
                  <a:xfrm>
                    <a:off x="17726" y="7128"/>
                    <a:ext cx="2517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 sz="1400" b="1"/>
                      <a:t>Score Head</a:t>
                    </a:r>
                    <a:endParaRPr lang="en-US" altLang="zh-CN" sz="1400" b="1"/>
                  </a:p>
                </p:txBody>
              </p:sp>
            </p:grpSp>
            <p:grpSp>
              <p:nvGrpSpPr>
                <p:cNvPr id="180" name="组合 179"/>
                <p:cNvGrpSpPr/>
                <p:nvPr/>
              </p:nvGrpSpPr>
              <p:grpSpPr>
                <a:xfrm>
                  <a:off x="19639" y="6124"/>
                  <a:ext cx="1054" cy="972"/>
                  <a:chOff x="19991" y="6124"/>
                  <a:chExt cx="1054" cy="972"/>
                </a:xfrm>
              </p:grpSpPr>
              <p:cxnSp>
                <p:nvCxnSpPr>
                  <p:cNvPr id="185" name="直接箭头连接符 184"/>
                  <p:cNvCxnSpPr/>
                  <p:nvPr/>
                </p:nvCxnSpPr>
                <p:spPr>
                  <a:xfrm flipH="1">
                    <a:off x="20505" y="6606"/>
                    <a:ext cx="10" cy="490"/>
                  </a:xfrm>
                  <a:prstGeom prst="straightConnector1">
                    <a:avLst/>
                  </a:prstGeom>
                  <a:ln w="28575" cmpd="sng">
                    <a:solidFill>
                      <a:schemeClr val="accent1">
                        <a:shade val="50000"/>
                      </a:schemeClr>
                    </a:solidFill>
                    <a:prstDash val="solid"/>
                    <a:tailEnd type="arrow" w="med" len="med"/>
                  </a:ln>
                </p:spPr>
                <p:style>
                  <a:lnRef idx="3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86" name="文本框 185"/>
                      <p:cNvSpPr txBox="1"/>
                      <p:nvPr/>
                    </p:nvSpPr>
                    <p:spPr>
                      <a:xfrm>
                        <a:off x="19991" y="6124"/>
                        <a:ext cx="1054" cy="58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𝑭</m:t>
                              </m:r>
                            </m:oMath>
                          </m:oMathPara>
                        </a14:m>
                        <a:endParaRPr lang="zh-CN" altLang="en-US"/>
                      </a:p>
                    </p:txBody>
                  </p:sp>
                </mc:Choice>
                <mc:Fallback>
                  <p:sp>
                    <p:nvSpPr>
                      <p:cNvPr id="186" name="文本框 185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9991" y="6124"/>
                        <a:ext cx="1054" cy="580"/>
                      </a:xfrm>
                      <a:prstGeom prst="rect">
                        <a:avLst/>
                      </a:prstGeom>
                      <a:blipFill rotWithShape="1">
                        <a:blip r:embed="rId49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87" name="文本框 186"/>
                  <p:cNvSpPr txBox="1"/>
                  <p:nvPr/>
                </p:nvSpPr>
                <p:spPr>
                  <a:xfrm>
                    <a:off x="13144" y="7539"/>
                    <a:ext cx="1177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altLang="zh-CN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b="1"/>
                  </a:p>
                </p:txBody>
              </p:sp>
            </mc:Choice>
            <mc:Fallback>
              <p:sp>
                <p:nvSpPr>
                  <p:cNvPr id="187" name="文本框 1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44" y="7539"/>
                    <a:ext cx="1177" cy="580"/>
                  </a:xfrm>
                  <a:prstGeom prst="rect">
                    <a:avLst/>
                  </a:prstGeom>
                  <a:blipFill rotWithShape="1">
                    <a:blip r:embed="rId5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2" name="直接连接符 201"/>
              <p:cNvCxnSpPr/>
              <p:nvPr/>
            </p:nvCxnSpPr>
            <p:spPr>
              <a:xfrm flipV="1">
                <a:off x="11533" y="5585"/>
                <a:ext cx="674" cy="470"/>
              </a:xfrm>
              <a:prstGeom prst="line">
                <a:avLst/>
              </a:prstGeom>
              <a:ln>
                <a:solidFill>
                  <a:srgbClr val="BF612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08" name="直接连接符 207"/>
              <p:cNvCxnSpPr/>
              <p:nvPr/>
            </p:nvCxnSpPr>
            <p:spPr>
              <a:xfrm flipH="1" flipV="1">
                <a:off x="12757" y="5585"/>
                <a:ext cx="224" cy="466"/>
              </a:xfrm>
              <a:prstGeom prst="line">
                <a:avLst/>
              </a:prstGeom>
              <a:ln>
                <a:solidFill>
                  <a:srgbClr val="BF6122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16" name="文本框 215"/>
              <p:cNvSpPr txBox="1"/>
              <p:nvPr/>
            </p:nvSpPr>
            <p:spPr>
              <a:xfrm>
                <a:off x="-2373" y="8781"/>
                <a:ext cx="1399" cy="8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>
                    <a:sym typeface="+mn-ea"/>
                  </a:rPr>
                  <a:t> 2nd pass</a:t>
                </a:r>
                <a:endParaRPr lang="en-US" altLang="zh-CN" sz="1400" b="1">
                  <a:sym typeface="+mn-ea"/>
                </a:endParaRPr>
              </a:p>
            </p:txBody>
          </p:sp>
          <p:pic>
            <p:nvPicPr>
              <p:cNvPr id="219" name="图片 218"/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141" y="3335"/>
                <a:ext cx="2347" cy="1548"/>
              </a:xfrm>
              <a:prstGeom prst="rect">
                <a:avLst/>
              </a:prstGeom>
            </p:spPr>
          </p:pic>
          <p:pic>
            <p:nvPicPr>
              <p:cNvPr id="220" name="图片 219"/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574" y="3335"/>
                <a:ext cx="2347" cy="1548"/>
              </a:xfrm>
              <a:prstGeom prst="rect">
                <a:avLst/>
              </a:prstGeom>
            </p:spPr>
          </p:pic>
          <p:pic>
            <p:nvPicPr>
              <p:cNvPr id="221" name="图片 220"/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02" y="3335"/>
                <a:ext cx="2347" cy="1548"/>
              </a:xfrm>
              <a:prstGeom prst="rect">
                <a:avLst/>
              </a:prstGeom>
            </p:spPr>
          </p:pic>
          <p:cxnSp>
            <p:nvCxnSpPr>
              <p:cNvPr id="225" name="直接连接符 224"/>
              <p:cNvCxnSpPr/>
              <p:nvPr/>
            </p:nvCxnSpPr>
            <p:spPr>
              <a:xfrm flipV="1">
                <a:off x="2820" y="2770"/>
                <a:ext cx="2350" cy="46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28" name="直接连接符 227"/>
              <p:cNvCxnSpPr/>
              <p:nvPr/>
            </p:nvCxnSpPr>
            <p:spPr>
              <a:xfrm flipH="1" flipV="1">
                <a:off x="6802" y="2773"/>
                <a:ext cx="1467" cy="46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236" name="组合 235"/>
              <p:cNvGrpSpPr/>
              <p:nvPr/>
            </p:nvGrpSpPr>
            <p:grpSpPr>
              <a:xfrm rot="0">
                <a:off x="4338" y="2190"/>
                <a:ext cx="4236" cy="580"/>
                <a:chOff x="4234" y="2121"/>
                <a:chExt cx="4236" cy="580"/>
              </a:xfrm>
            </p:grpSpPr>
            <p:sp>
              <p:nvSpPr>
                <p:cNvPr id="222" name="圆角矩形 221"/>
                <p:cNvSpPr/>
                <p:nvPr/>
              </p:nvSpPr>
              <p:spPr>
                <a:xfrm>
                  <a:off x="4326" y="2121"/>
                  <a:ext cx="3240" cy="580"/>
                </a:xfrm>
                <a:prstGeom prst="roundRect">
                  <a:avLst/>
                </a:prstGeom>
                <a:solidFill>
                  <a:srgbClr val="DBDBDB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p:sp>
              <p:nvSpPr>
                <p:cNvPr id="229" name="文本框 228"/>
                <p:cNvSpPr txBox="1"/>
                <p:nvPr/>
              </p:nvSpPr>
              <p:spPr>
                <a:xfrm>
                  <a:off x="4234" y="2154"/>
                  <a:ext cx="423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 b="1"/>
                    <a:t>Conf-Gated Threshold</a:t>
                  </a:r>
                  <a:endParaRPr lang="en-US" altLang="zh-CN" sz="1400" b="1"/>
                </a:p>
              </p:txBody>
            </p:sp>
          </p:grpSp>
          <p:grpSp>
            <p:nvGrpSpPr>
              <p:cNvPr id="237" name="组合 236"/>
              <p:cNvGrpSpPr/>
              <p:nvPr/>
            </p:nvGrpSpPr>
            <p:grpSpPr>
              <a:xfrm rot="5400000">
                <a:off x="-4220" y="7538"/>
                <a:ext cx="3240" cy="580"/>
                <a:chOff x="4326" y="2121"/>
                <a:chExt cx="3240" cy="580"/>
              </a:xfrm>
            </p:grpSpPr>
            <p:sp>
              <p:nvSpPr>
                <p:cNvPr id="238" name="圆角矩形 237"/>
                <p:cNvSpPr/>
                <p:nvPr/>
              </p:nvSpPr>
              <p:spPr>
                <a:xfrm>
                  <a:off x="4326" y="2121"/>
                  <a:ext cx="3240" cy="580"/>
                </a:xfrm>
                <a:prstGeom prst="roundRect">
                  <a:avLst/>
                </a:prstGeom>
                <a:solidFill>
                  <a:srgbClr val="DBDBDB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39" name="文本框 238"/>
                    <p:cNvSpPr txBox="1"/>
                    <p:nvPr/>
                  </p:nvSpPr>
                  <p:spPr>
                    <a:xfrm>
                      <a:off x="4810" y="2154"/>
                      <a:ext cx="2154" cy="483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𝝉</m:t>
                              </m:r>
                            </m:e>
                            <m:sub>
                              <m:r>
                                <a:rPr lang="en-US" altLang="zh-CN" sz="1400" b="1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𝟐</m:t>
                              </m:r>
                            </m:sub>
                          </m:sSub>
                        </m:oMath>
                      </a14:m>
                      <a:r>
                        <a:rPr lang="en-US" altLang="zh-CN" sz="1400" b="1"/>
                        <a:t> Threshold</a:t>
                      </a:r>
                      <a:endParaRPr lang="en-US" altLang="zh-CN" sz="1400" b="1"/>
                    </a:p>
                  </p:txBody>
                </p:sp>
              </mc:Choice>
              <mc:Fallback>
                <p:sp>
                  <p:nvSpPr>
                    <p:cNvPr id="239" name="文本框 23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10" y="2154"/>
                      <a:ext cx="2154" cy="483"/>
                    </a:xfrm>
                    <a:prstGeom prst="rect">
                      <a:avLst/>
                    </a:prstGeom>
                    <a:blipFill rotWithShape="1">
                      <a:blip r:embed="rId57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pic>
            <p:nvPicPr>
              <p:cNvPr id="240" name="图片 239"/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-5950" y="8879"/>
                <a:ext cx="2353" cy="1548"/>
              </a:xfrm>
              <a:prstGeom prst="rect">
                <a:avLst/>
              </a:prstGeom>
            </p:spPr>
          </p:pic>
          <p:pic>
            <p:nvPicPr>
              <p:cNvPr id="241" name="图片 240"/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-5950" y="7087"/>
                <a:ext cx="2353" cy="1548"/>
              </a:xfrm>
              <a:prstGeom prst="rect">
                <a:avLst/>
              </a:prstGeom>
            </p:spPr>
          </p:pic>
          <p:pic>
            <p:nvPicPr>
              <p:cNvPr id="242" name="图片 241"/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-5950" y="5480"/>
                <a:ext cx="2353" cy="1548"/>
              </a:xfrm>
              <a:prstGeom prst="rect">
                <a:avLst/>
              </a:prstGeom>
            </p:spPr>
          </p:pic>
          <p:sp>
            <p:nvSpPr>
              <p:cNvPr id="243" name="圆角矩形 242"/>
              <p:cNvSpPr/>
              <p:nvPr/>
            </p:nvSpPr>
            <p:spPr>
              <a:xfrm>
                <a:off x="-6296" y="5258"/>
                <a:ext cx="16779" cy="5362"/>
              </a:xfrm>
              <a:prstGeom prst="roundRect">
                <a:avLst>
                  <a:gd name="adj" fmla="val 7621"/>
                </a:avLst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245" name="直接箭头连接符 244"/>
              <p:cNvCxnSpPr/>
              <p:nvPr/>
            </p:nvCxnSpPr>
            <p:spPr>
              <a:xfrm flipH="1">
                <a:off x="-3516" y="7955"/>
                <a:ext cx="494" cy="5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47" name="圆角矩形 246"/>
              <p:cNvSpPr/>
              <p:nvPr/>
            </p:nvSpPr>
            <p:spPr>
              <a:xfrm>
                <a:off x="-6018" y="5432"/>
                <a:ext cx="2502" cy="5071"/>
              </a:xfrm>
              <a:prstGeom prst="roundRect">
                <a:avLst>
                  <a:gd name="adj" fmla="val 4636"/>
                </a:avLst>
              </a:prstGeom>
              <a:noFill/>
              <a:ln w="12700" cmpd="sng"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250" name="曲线连接符 249"/>
              <p:cNvCxnSpPr/>
              <p:nvPr/>
            </p:nvCxnSpPr>
            <p:spPr>
              <a:xfrm rot="16200000" flipV="1">
                <a:off x="8572" y="8497"/>
                <a:ext cx="272" cy="879"/>
              </a:xfrm>
              <a:prstGeom prst="curvedConnector2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3" name="文本框 252"/>
              <p:cNvSpPr txBox="1"/>
              <p:nvPr/>
            </p:nvSpPr>
            <p:spPr>
              <a:xfrm>
                <a:off x="8960" y="6274"/>
                <a:ext cx="45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endParaRPr lang="zh-CN" altLang="en-US"/>
              </a:p>
            </p:txBody>
          </p:sp>
          <p:cxnSp>
            <p:nvCxnSpPr>
              <p:cNvPr id="256" name="曲线连接符 255"/>
              <p:cNvCxnSpPr>
                <a:stCxn id="257" idx="2"/>
              </p:cNvCxnSpPr>
              <p:nvPr/>
            </p:nvCxnSpPr>
            <p:spPr>
              <a:xfrm rot="5400000">
                <a:off x="8359" y="6705"/>
                <a:ext cx="685" cy="982"/>
              </a:xfrm>
              <a:prstGeom prst="curvedConnector2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57" name="文本框 256"/>
              <p:cNvSpPr txBox="1"/>
              <p:nvPr/>
            </p:nvSpPr>
            <p:spPr>
              <a:xfrm>
                <a:off x="8873" y="6274"/>
                <a:ext cx="63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endParaRPr lang="zh-CN" altLang="en-US"/>
              </a:p>
            </p:txBody>
          </p:sp>
          <p:sp>
            <p:nvSpPr>
              <p:cNvPr id="3" name="文本框 2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5768" y="3747"/>
                <a:ext cx="1746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...</a:t>
                </a:r>
                <a:endParaRPr lang="en-US" altLang="zh-CN"/>
              </a:p>
            </p:txBody>
          </p:sp>
          <p:grpSp>
            <p:nvGrpSpPr>
              <p:cNvPr id="227" name="组合 226"/>
              <p:cNvGrpSpPr/>
              <p:nvPr/>
            </p:nvGrpSpPr>
            <p:grpSpPr>
              <a:xfrm rot="0">
                <a:off x="12185" y="9108"/>
                <a:ext cx="1553" cy="1066"/>
                <a:chOff x="11470" y="8628"/>
                <a:chExt cx="1553" cy="1066"/>
              </a:xfrm>
            </p:grpSpPr>
            <p:pic>
              <p:nvPicPr>
                <p:cNvPr id="217" name="图片 216"/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470" y="8762"/>
                  <a:ext cx="1420" cy="933"/>
                </a:xfrm>
                <a:prstGeom prst="rect">
                  <a:avLst/>
                </a:prstGeom>
              </p:spPr>
            </p:pic>
            <p:pic>
              <p:nvPicPr>
                <p:cNvPr id="210" name="图片 209"/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539" y="8710"/>
                  <a:ext cx="1414" cy="933"/>
                </a:xfrm>
                <a:prstGeom prst="rect">
                  <a:avLst/>
                </a:prstGeom>
              </p:spPr>
            </p:pic>
            <p:pic>
              <p:nvPicPr>
                <p:cNvPr id="215" name="图片 214"/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09" y="8628"/>
                  <a:ext cx="1414" cy="932"/>
                </a:xfrm>
                <a:prstGeom prst="rect">
                  <a:avLst/>
                </a:prstGeom>
              </p:spPr>
            </p:pic>
          </p:grpSp>
          <p:sp>
            <p:nvSpPr>
              <p:cNvPr id="218" name="文本框 217"/>
              <p:cNvSpPr txBox="1"/>
              <p:nvPr/>
            </p:nvSpPr>
            <p:spPr>
              <a:xfrm>
                <a:off x="11430" y="8587"/>
                <a:ext cx="3264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/>
                  <a:t>Noisy initial responses</a:t>
                </a:r>
                <a:endParaRPr lang="en-US" altLang="zh-CN" b="1"/>
              </a:p>
            </p:txBody>
          </p:sp>
          <p:sp>
            <p:nvSpPr>
              <p:cNvPr id="226" name="矩形 225"/>
              <p:cNvSpPr/>
              <p:nvPr>
                <p:custDataLst>
                  <p:tags r:id="rId62"/>
                </p:custDataLst>
              </p:nvPr>
            </p:nvSpPr>
            <p:spPr>
              <a:xfrm>
                <a:off x="11492" y="8540"/>
                <a:ext cx="2940" cy="1827"/>
              </a:xfrm>
              <a:prstGeom prst="rect">
                <a:avLst/>
              </a:prstGeom>
              <a:noFill/>
              <a:ln w="12700" cmpd="sng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231" name="直接箭头连接符 230"/>
              <p:cNvCxnSpPr>
                <a:endCxn id="136" idx="5"/>
              </p:cNvCxnSpPr>
              <p:nvPr/>
            </p:nvCxnSpPr>
            <p:spPr>
              <a:xfrm flipH="1" flipV="1">
                <a:off x="9341" y="9232"/>
                <a:ext cx="2155" cy="5"/>
              </a:xfrm>
              <a:prstGeom prst="straightConnector1">
                <a:avLst/>
              </a:prstGeom>
              <a:ln w="28575" cmpd="sng">
                <a:solidFill>
                  <a:srgbClr val="00B050"/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29" name="文本框 128"/>
              <p:cNvSpPr txBox="1"/>
              <p:nvPr/>
            </p:nvSpPr>
            <p:spPr>
              <a:xfrm>
                <a:off x="12713" y="342"/>
                <a:ext cx="1997" cy="441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r>
                  <a:rPr lang="en-US" altLang="zh-CN" sz="1600"/>
                  <a:t>agreement</a:t>
                </a:r>
                <a:endParaRPr lang="en-US" altLang="zh-CN" sz="160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93" name="文本框 192"/>
                  <p:cNvSpPr txBox="1"/>
                  <p:nvPr/>
                </p:nvSpPr>
                <p:spPr>
                  <a:xfrm>
                    <a:off x="-1385" y="6425"/>
                    <a:ext cx="1054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𝑭</m:t>
                          </m:r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193" name="文本框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385" y="6425"/>
                    <a:ext cx="1054" cy="580"/>
                  </a:xfrm>
                  <a:prstGeom prst="rect">
                    <a:avLst/>
                  </a:prstGeom>
                  <a:blipFill rotWithShape="1">
                    <a:blip r:embed="rId49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5" name="直接箭头连接符 194"/>
              <p:cNvCxnSpPr/>
              <p:nvPr/>
            </p:nvCxnSpPr>
            <p:spPr>
              <a:xfrm flipH="1">
                <a:off x="-1539" y="6671"/>
                <a:ext cx="494" cy="5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4" name="直接连接符 133"/>
              <p:cNvCxnSpPr/>
              <p:nvPr/>
            </p:nvCxnSpPr>
            <p:spPr>
              <a:xfrm flipH="1">
                <a:off x="8066" y="7878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/>
              <p:cNvCxnSpPr/>
              <p:nvPr/>
            </p:nvCxnSpPr>
            <p:spPr>
              <a:xfrm flipH="1">
                <a:off x="8066" y="7635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82" name="直接连接符 181"/>
              <p:cNvCxnSpPr/>
              <p:nvPr/>
            </p:nvCxnSpPr>
            <p:spPr>
              <a:xfrm flipH="1">
                <a:off x="8066" y="7379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/>
              <p:cNvCxnSpPr/>
              <p:nvPr/>
            </p:nvCxnSpPr>
            <p:spPr>
              <a:xfrm flipH="1">
                <a:off x="8066" y="7155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3" name="直接连接符 232"/>
              <p:cNvCxnSpPr/>
              <p:nvPr/>
            </p:nvCxnSpPr>
            <p:spPr>
              <a:xfrm flipH="1">
                <a:off x="8066" y="6907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4" name="直接连接符 233"/>
              <p:cNvCxnSpPr/>
              <p:nvPr/>
            </p:nvCxnSpPr>
            <p:spPr>
              <a:xfrm flipH="1">
                <a:off x="8066" y="8969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5" name="直接连接符 234"/>
              <p:cNvCxnSpPr/>
              <p:nvPr/>
            </p:nvCxnSpPr>
            <p:spPr>
              <a:xfrm flipH="1">
                <a:off x="8066" y="8689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6" name="直接连接符 245"/>
              <p:cNvCxnSpPr/>
              <p:nvPr/>
            </p:nvCxnSpPr>
            <p:spPr>
              <a:xfrm flipH="1">
                <a:off x="8066" y="8417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9" name="直接连接符 248"/>
              <p:cNvCxnSpPr/>
              <p:nvPr/>
            </p:nvCxnSpPr>
            <p:spPr>
              <a:xfrm flipH="1">
                <a:off x="8066" y="8149"/>
                <a:ext cx="89" cy="2"/>
              </a:xfrm>
              <a:prstGeom prst="line">
                <a:avLst/>
              </a:prstGeom>
              <a:ln w="28575" cmpd="sng">
                <a:solidFill>
                  <a:srgbClr val="1B7B3C">
                    <a:alpha val="70000"/>
                  </a:srgbClr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pic>
          <p:nvPicPr>
            <p:cNvPr id="270" name="图片 269" descr="b4dc237dba15410b7b6c703759243099"/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13178" y="-1917"/>
              <a:ext cx="153" cy="239"/>
            </a:xfrm>
            <a:prstGeom prst="rect">
              <a:avLst/>
            </a:prstGeom>
          </p:spPr>
        </p:pic>
      </p:grpSp>
    </p:spTree>
    <p:custDataLst>
      <p:tags r:id="rId64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153" name="圆角矩形 152"/>
          <p:cNvSpPr/>
          <p:nvPr/>
        </p:nvSpPr>
        <p:spPr>
          <a:xfrm>
            <a:off x="-1120775" y="-1952625"/>
            <a:ext cx="13957300" cy="9603105"/>
          </a:xfrm>
          <a:prstGeom prst="roundRect">
            <a:avLst>
              <a:gd name="adj" fmla="val 286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5" name="图片 264"/>
          <p:cNvPicPr/>
          <p:nvPr/>
        </p:nvPicPr>
        <p:blipFill>
          <a:blip r:embed="rId10"/>
          <a:stretch>
            <a:fillRect/>
          </a:stretch>
        </p:blipFill>
        <p:spPr>
          <a:xfrm>
            <a:off x="10458450" y="-491490"/>
            <a:ext cx="1143000" cy="533400"/>
          </a:xfrm>
          <a:prstGeom prst="rect">
            <a:avLst/>
          </a:prstGeom>
        </p:spPr>
      </p:pic>
      <p:grpSp>
        <p:nvGrpSpPr>
          <p:cNvPr id="252" name="组合 251"/>
          <p:cNvGrpSpPr/>
          <p:nvPr/>
        </p:nvGrpSpPr>
        <p:grpSpPr>
          <a:xfrm rot="0">
            <a:off x="-1009650" y="-1826260"/>
            <a:ext cx="13752195" cy="10257790"/>
            <a:chOff x="-6296" y="-4127"/>
            <a:chExt cx="21657" cy="16154"/>
          </a:xfrm>
        </p:grpSpPr>
        <p:sp>
          <p:nvSpPr>
            <p:cNvPr id="14" name="圆角矩形 13"/>
            <p:cNvSpPr/>
            <p:nvPr/>
          </p:nvSpPr>
          <p:spPr>
            <a:xfrm>
              <a:off x="-6296" y="-4127"/>
              <a:ext cx="16699" cy="9271"/>
            </a:xfrm>
            <a:prstGeom prst="roundRect">
              <a:avLst>
                <a:gd name="adj" fmla="val 3893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pic>
          <p:nvPicPr>
            <p:cNvPr id="67" name="图片 66"/>
            <p:cNvPicPr/>
            <p:nvPr/>
          </p:nvPicPr>
          <p:blipFill>
            <a:blip r:embed="rId11">
              <a:alphaModFix amt="80000"/>
            </a:blip>
            <a:srcRect l="6471" t="-1544" r="6552" b="1544"/>
            <a:stretch>
              <a:fillRect/>
            </a:stretch>
          </p:blipFill>
          <p:spPr>
            <a:xfrm>
              <a:off x="11188" y="1168"/>
              <a:ext cx="3226" cy="2072"/>
            </a:xfrm>
            <a:prstGeom prst="rect">
              <a:avLst/>
            </a:prstGeom>
          </p:spPr>
        </p:pic>
        <p:pic>
          <p:nvPicPr>
            <p:cNvPr id="68" name="图片 67"/>
            <p:cNvPicPr/>
            <p:nvPr/>
          </p:nvPicPr>
          <p:blipFill>
            <a:blip r:embed="rId12"/>
            <a:srcRect t="8111" b="8556"/>
            <a:stretch>
              <a:fillRect/>
            </a:stretch>
          </p:blipFill>
          <p:spPr>
            <a:xfrm>
              <a:off x="11244" y="1095"/>
              <a:ext cx="3170" cy="2073"/>
            </a:xfrm>
            <a:prstGeom prst="rect">
              <a:avLst/>
            </a:prstGeom>
          </p:spPr>
        </p:pic>
        <p:pic>
          <p:nvPicPr>
            <p:cNvPr id="26" name="图片 25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-5799" y="-463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-5799" y="-2659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5"/>
              </p:custDataLst>
            </p:nvPr>
          </p:nvSpPr>
          <p:spPr>
            <a:xfrm rot="16200000">
              <a:off x="-2698" y="32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6"/>
              </p:custDataLst>
            </p:nvPr>
          </p:nvSpPr>
          <p:spPr>
            <a:xfrm>
              <a:off x="-2162" y="258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7"/>
              </p:custDataLst>
            </p:nvPr>
          </p:nvSpPr>
          <p:spPr>
            <a:xfrm rot="5400000">
              <a:off x="-4937" y="2040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8"/>
              </p:custDataLst>
            </p:nvPr>
          </p:nvSpPr>
          <p:spPr>
            <a:xfrm>
              <a:off x="-5980" y="-2811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19"/>
              </p:custDataLst>
            </p:nvPr>
          </p:nvCxnSpPr>
          <p:spPr>
            <a:xfrm flipV="1">
              <a:off x="-2627" y="695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20"/>
              </p:custDataLst>
            </p:nvPr>
          </p:nvSpPr>
          <p:spPr>
            <a:xfrm rot="16200000">
              <a:off x="1761" y="-579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21">
              <a:alphaModFix amt="60000"/>
            </a:blip>
            <a:stretch>
              <a:fillRect/>
            </a:stretch>
          </p:blipFill>
          <p:spPr>
            <a:xfrm>
              <a:off x="2173" y="-39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-1078" y="1530"/>
                  <a:ext cx="2832" cy="11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>
                    <a:lnSpc>
                      <a:spcPct val="8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en-US" altLang="zh-CN" b="1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(Patch-token </a:t>
                  </a:r>
                  <a:endParaRPr lang="en-US" altLang="zh-CN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    Features)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3"/>
                  </p:custDataLst>
                </p:nvPr>
              </p:nvSpPr>
              <p:spPr>
                <a:xfrm>
                  <a:off x="-1078" y="1530"/>
                  <a:ext cx="2832" cy="1189"/>
                </a:xfrm>
                <a:prstGeom prst="rect">
                  <a:avLst/>
                </a:prstGeom>
                <a:blipFill rotWithShape="1">
                  <a:blip r:embed="rId2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5"/>
              </p:custDataLst>
            </p:nvPr>
          </p:nvSpPr>
          <p:spPr>
            <a:xfrm>
              <a:off x="1609" y="57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6"/>
              </p:custDataLst>
            </p:nvPr>
          </p:nvCxnSpPr>
          <p:spPr>
            <a:xfrm flipV="1">
              <a:off x="-776" y="694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7"/>
              </p:custDataLst>
            </p:nvPr>
          </p:nvCxnSpPr>
          <p:spPr>
            <a:xfrm>
              <a:off x="1289" y="698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" name="矩形 1"/>
            <p:cNvSpPr/>
            <p:nvPr>
              <p:custDataLst>
                <p:tags r:id="rId28"/>
              </p:custDataLst>
            </p:nvPr>
          </p:nvSpPr>
          <p:spPr>
            <a:xfrm>
              <a:off x="4875" y="-3209"/>
              <a:ext cx="2453" cy="4969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0" name="直接箭头连接符 19"/>
            <p:cNvCxnSpPr/>
            <p:nvPr>
              <p:custDataLst>
                <p:tags r:id="rId29"/>
              </p:custDataLst>
            </p:nvPr>
          </p:nvCxnSpPr>
          <p:spPr>
            <a:xfrm>
              <a:off x="4307" y="694"/>
              <a:ext cx="534" cy="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8781" y="-1228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4452" y="-4913"/>
              <a:ext cx="1138" cy="8979"/>
            </a:xfrm>
            <a:prstGeom prst="bentConnector3">
              <a:avLst>
                <a:gd name="adj1" fmla="val 348637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2" idx="3"/>
              <a:endCxn id="103" idx="1"/>
            </p:cNvCxnSpPr>
            <p:nvPr/>
          </p:nvCxnSpPr>
          <p:spPr>
            <a:xfrm>
              <a:off x="7328" y="-724"/>
              <a:ext cx="1633" cy="2584"/>
            </a:xfrm>
            <a:prstGeom prst="bentConnector3">
              <a:avLst>
                <a:gd name="adj1" fmla="val 50031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 rot="0">
              <a:off x="9251" y="-993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8755" y="342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5" y="342"/>
                  <a:ext cx="3183" cy="1016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8683" y="2758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𝟎</m:t>
                          </m:r>
                        </m:sub>
                      </m:sSub>
                    </m:oMath>
                  </a14:m>
                  <a:r>
                    <a:rPr lang="en-US" altLang="zh-CN"/>
                    <a:t>:</a:t>
                  </a:r>
                  <a:r>
                    <a:rPr lang="en-US" altLang="zh-CN">
                      <a:sym typeface="+mn-ea"/>
                    </a:rPr>
                    <a:t>initial support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" y="2758"/>
                  <a:ext cx="2042" cy="1452"/>
                </a:xfrm>
                <a:prstGeom prst="rect">
                  <a:avLst/>
                </a:prstGeom>
                <a:blipFill rotWithShape="1">
                  <a:blip r:embed="rId3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-5505" y="-3394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 rot="0">
              <a:off x="-243" y="-90"/>
              <a:ext cx="1548" cy="1605"/>
              <a:chOff x="6022" y="2993"/>
              <a:chExt cx="1548" cy="1605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4505" y="-3484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 rot="0">
              <a:off x="8961" y="1529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32"/>
            <a:stretch>
              <a:fillRect/>
            </a:stretch>
          </p:blipFill>
          <p:spPr>
            <a:xfrm>
              <a:off x="-5798" y="2191"/>
              <a:ext cx="3171" cy="2072"/>
            </a:xfrm>
            <a:prstGeom prst="rect">
              <a:avLst/>
            </a:prstGeom>
          </p:spPr>
        </p:pic>
        <p:pic>
          <p:nvPicPr>
            <p:cNvPr id="32" name="图片 31"/>
            <p:cNvPicPr/>
            <p:nvPr/>
          </p:nvPicPr>
          <p:blipFill>
            <a:blip r:embed="rId33"/>
            <a:stretch>
              <a:fillRect/>
            </a:stretch>
          </p:blipFill>
          <p:spPr>
            <a:xfrm>
              <a:off x="4935" y="-3161"/>
              <a:ext cx="2345" cy="1545"/>
            </a:xfrm>
            <a:prstGeom prst="rect">
              <a:avLst/>
            </a:prstGeom>
          </p:spPr>
        </p:pic>
        <p:pic>
          <p:nvPicPr>
            <p:cNvPr id="33" name="图片 32"/>
            <p:cNvPicPr/>
            <p:nvPr/>
          </p:nvPicPr>
          <p:blipFill>
            <a:blip r:embed="rId34"/>
            <a:stretch>
              <a:fillRect/>
            </a:stretch>
          </p:blipFill>
          <p:spPr>
            <a:xfrm>
              <a:off x="4936" y="-1578"/>
              <a:ext cx="2344" cy="1546"/>
            </a:xfrm>
            <a:prstGeom prst="rect">
              <a:avLst/>
            </a:prstGeom>
          </p:spPr>
        </p:pic>
        <p:pic>
          <p:nvPicPr>
            <p:cNvPr id="34" name="图片 33"/>
            <p:cNvPicPr/>
            <p:nvPr/>
          </p:nvPicPr>
          <p:blipFill>
            <a:blip r:embed="rId35"/>
            <a:stretch>
              <a:fillRect/>
            </a:stretch>
          </p:blipFill>
          <p:spPr>
            <a:xfrm>
              <a:off x="4927" y="182"/>
              <a:ext cx="2353" cy="1547"/>
            </a:xfrm>
            <a:prstGeom prst="rect">
              <a:avLst/>
            </a:prstGeom>
          </p:spPr>
        </p:pic>
        <p:sp>
          <p:nvSpPr>
            <p:cNvPr id="35" name="文本框 34"/>
            <p:cNvSpPr txBox="1"/>
            <p:nvPr>
              <p:custDataLst>
                <p:tags r:id="rId36"/>
              </p:custDataLst>
            </p:nvPr>
          </p:nvSpPr>
          <p:spPr>
            <a:xfrm>
              <a:off x="5757" y="-431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223" name="圆角矩形 222"/>
            <p:cNvSpPr/>
            <p:nvPr/>
          </p:nvSpPr>
          <p:spPr>
            <a:xfrm>
              <a:off x="1034" y="3240"/>
              <a:ext cx="7603" cy="1735"/>
            </a:xfrm>
            <a:prstGeom prst="roundRect">
              <a:avLst>
                <a:gd name="adj" fmla="val 749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44" name="文本框 243"/>
            <p:cNvSpPr txBox="1"/>
            <p:nvPr>
              <p:custDataLst>
                <p:tags r:id="rId37"/>
              </p:custDataLst>
            </p:nvPr>
          </p:nvSpPr>
          <p:spPr>
            <a:xfrm>
              <a:off x="-5153" y="823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10599" y="-4127"/>
              <a:ext cx="4762" cy="14747"/>
            </a:xfrm>
            <a:prstGeom prst="roundRect">
              <a:avLst>
                <a:gd name="adj" fmla="val 5522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2249" y="-3789"/>
              <a:ext cx="13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ACRE</a:t>
              </a:r>
              <a:endParaRPr lang="en-US" altLang="zh-CN" b="1"/>
            </a:p>
          </p:txBody>
        </p:sp>
        <p:grpSp>
          <p:nvGrpSpPr>
            <p:cNvPr id="165" name="组合 164"/>
            <p:cNvGrpSpPr/>
            <p:nvPr/>
          </p:nvGrpSpPr>
          <p:grpSpPr>
            <a:xfrm rot="0">
              <a:off x="11787" y="-1993"/>
              <a:ext cx="1743" cy="768"/>
              <a:chOff x="7782" y="4764"/>
              <a:chExt cx="1743" cy="768"/>
            </a:xfrm>
          </p:grpSpPr>
          <p:cxnSp>
            <p:nvCxnSpPr>
              <p:cNvPr id="154" name="直接连接符 153"/>
              <p:cNvCxnSpPr/>
              <p:nvPr/>
            </p:nvCxnSpPr>
            <p:spPr>
              <a:xfrm flipV="1">
                <a:off x="8076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/>
              <p:cNvCxnSpPr/>
              <p:nvPr/>
            </p:nvCxnSpPr>
            <p:spPr>
              <a:xfrm flipV="1">
                <a:off x="8314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/>
              <p:cNvCxnSpPr/>
              <p:nvPr/>
            </p:nvCxnSpPr>
            <p:spPr>
              <a:xfrm flipV="1">
                <a:off x="8573" y="4764"/>
                <a:ext cx="394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/>
              <p:cNvCxnSpPr/>
              <p:nvPr/>
            </p:nvCxnSpPr>
            <p:spPr>
              <a:xfrm flipV="1">
                <a:off x="8840" y="4764"/>
                <a:ext cx="382" cy="2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/>
              <p:cNvCxnSpPr/>
              <p:nvPr/>
            </p:nvCxnSpPr>
            <p:spPr>
              <a:xfrm flipH="1">
                <a:off x="9294" y="4984"/>
                <a:ext cx="1" cy="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/>
              <p:cNvCxnSpPr/>
              <p:nvPr/>
            </p:nvCxnSpPr>
            <p:spPr>
              <a:xfrm>
                <a:off x="8072" y="4872"/>
                <a:ext cx="1203" cy="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0" name="直接连接符 159"/>
              <p:cNvCxnSpPr/>
              <p:nvPr/>
            </p:nvCxnSpPr>
            <p:spPr>
              <a:xfrm>
                <a:off x="7782" y="5298"/>
                <a:ext cx="1353" cy="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1" name="直接连接符 160"/>
              <p:cNvCxnSpPr/>
              <p:nvPr/>
            </p:nvCxnSpPr>
            <p:spPr>
              <a:xfrm flipV="1">
                <a:off x="9135" y="5001"/>
                <a:ext cx="390" cy="29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/>
              <p:cNvCxnSpPr/>
              <p:nvPr/>
            </p:nvCxnSpPr>
            <p:spPr>
              <a:xfrm flipV="1">
                <a:off x="8072" y="5270"/>
                <a:ext cx="389" cy="259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/>
              <p:cNvCxnSpPr/>
              <p:nvPr/>
            </p:nvCxnSpPr>
            <p:spPr>
              <a:xfrm flipV="1">
                <a:off x="8336" y="5273"/>
                <a:ext cx="386" cy="256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/>
              <p:cNvCxnSpPr/>
              <p:nvPr/>
            </p:nvCxnSpPr>
            <p:spPr>
              <a:xfrm flipV="1">
                <a:off x="8582" y="5264"/>
                <a:ext cx="404" cy="268"/>
              </a:xfrm>
              <a:prstGeom prst="line">
                <a:avLst/>
              </a:prstGeom>
              <a:ln>
                <a:solidFill>
                  <a:schemeClr val="tx1">
                    <a:alpha val="13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166" name="文本框 165"/>
            <p:cNvSpPr txBox="1"/>
            <p:nvPr/>
          </p:nvSpPr>
          <p:spPr>
            <a:xfrm>
              <a:off x="11508" y="-2501"/>
              <a:ext cx="320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prototype pooling</a:t>
              </a:r>
              <a:endParaRPr lang="en-US" altLang="zh-CN" sz="14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立方体 166"/>
                <p:cNvSpPr/>
                <p:nvPr/>
              </p:nvSpPr>
              <p:spPr>
                <a:xfrm>
                  <a:off x="12207" y="-805"/>
                  <a:ext cx="720" cy="720"/>
                </a:xfrm>
                <a:prstGeom prst="cube">
                  <a:avLst/>
                </a:prstGeom>
                <a:solidFill>
                  <a:srgbClr val="9DC3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𝐏</m:t>
                        </m:r>
                      </m:oMath>
                    </m:oMathPara>
                  </a14:m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67" name="立方体 1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7" y="-805"/>
                  <a:ext cx="720" cy="720"/>
                </a:xfrm>
                <a:prstGeom prst="cube">
                  <a:avLst/>
                </a:prstGeom>
                <a:blipFill rotWithShape="1">
                  <a:blip r:embed="rId38"/>
                </a:blip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8" name="肘形连接符 167"/>
            <p:cNvCxnSpPr/>
            <p:nvPr/>
          </p:nvCxnSpPr>
          <p:spPr>
            <a:xfrm flipV="1">
              <a:off x="9763" y="-1610"/>
              <a:ext cx="2006" cy="1279"/>
            </a:xfrm>
            <a:prstGeom prst="bentConnector3">
              <a:avLst>
                <a:gd name="adj1" fmla="val 3803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/>
            <p:nvPr/>
          </p:nvCxnSpPr>
          <p:spPr>
            <a:xfrm>
              <a:off x="12507" y="-1196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0" name="肘形连接符 169"/>
            <p:cNvCxnSpPr/>
            <p:nvPr/>
          </p:nvCxnSpPr>
          <p:spPr>
            <a:xfrm flipV="1">
              <a:off x="10046" y="-1610"/>
              <a:ext cx="1723" cy="3701"/>
            </a:xfrm>
            <a:prstGeom prst="bentConnector3">
              <a:avLst>
                <a:gd name="adj1" fmla="val 50029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2" name="椭圆 171"/>
            <p:cNvSpPr/>
            <p:nvPr/>
          </p:nvSpPr>
          <p:spPr>
            <a:xfrm>
              <a:off x="12263" y="306"/>
              <a:ext cx="494" cy="50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A</a:t>
              </a:r>
              <a:endParaRPr lang="en-US" altLang="zh-CN" b="1">
                <a:solidFill>
                  <a:schemeClr val="tx1"/>
                </a:solidFill>
              </a:endParaRPr>
            </a:p>
          </p:txBody>
        </p:sp>
        <p:cxnSp>
          <p:nvCxnSpPr>
            <p:cNvPr id="173" name="直接箭头连接符 172"/>
            <p:cNvCxnSpPr/>
            <p:nvPr/>
          </p:nvCxnSpPr>
          <p:spPr>
            <a:xfrm>
              <a:off x="12499" y="-90"/>
              <a:ext cx="8" cy="384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" name="直接连接符 4"/>
            <p:cNvCxnSpPr/>
            <p:nvPr/>
          </p:nvCxnSpPr>
          <p:spPr>
            <a:xfrm>
              <a:off x="12510" y="807"/>
              <a:ext cx="3" cy="243"/>
            </a:xfrm>
            <a:prstGeom prst="line">
              <a:avLst/>
            </a:prstGeom>
            <a:ln w="28575" cmpd="sng">
              <a:solidFill>
                <a:srgbClr val="325395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 flipV="1">
              <a:off x="12043" y="-1857"/>
              <a:ext cx="0" cy="486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 flipH="1" flipV="1">
              <a:off x="12049" y="-1598"/>
              <a:ext cx="1245" cy="9"/>
            </a:xfrm>
            <a:prstGeom prst="line">
              <a:avLst/>
            </a:prstGeom>
            <a:ln>
              <a:solidFill>
                <a:schemeClr val="tx1">
                  <a:alpha val="18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 flipV="1">
              <a:off x="12070" y="-172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 flipV="1">
              <a:off x="12324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 flipV="1">
              <a:off x="12595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V="1">
              <a:off x="12845" y="-1718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 flipV="1">
              <a:off x="11799" y="-1724"/>
              <a:ext cx="389" cy="259"/>
            </a:xfrm>
            <a:prstGeom prst="line">
              <a:avLst/>
            </a:prstGeom>
            <a:ln>
              <a:solidFill>
                <a:schemeClr val="tx1">
                  <a:alpha val="13000"/>
                </a:schemeClr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9" name="组合 48"/>
            <p:cNvGrpSpPr/>
            <p:nvPr/>
          </p:nvGrpSpPr>
          <p:grpSpPr>
            <a:xfrm rot="0">
              <a:off x="12211" y="3641"/>
              <a:ext cx="532" cy="1012"/>
              <a:chOff x="12257" y="3519"/>
              <a:chExt cx="532" cy="948"/>
            </a:xfrm>
          </p:grpSpPr>
          <p:grpSp>
            <p:nvGrpSpPr>
              <p:cNvPr id="177" name="组合 176"/>
              <p:cNvGrpSpPr/>
              <p:nvPr/>
            </p:nvGrpSpPr>
            <p:grpSpPr>
              <a:xfrm>
                <a:off x="12257" y="3519"/>
                <a:ext cx="532" cy="544"/>
                <a:chOff x="6825" y="5496"/>
                <a:chExt cx="532" cy="544"/>
              </a:xfrm>
            </p:grpSpPr>
            <p:sp>
              <p:nvSpPr>
                <p:cNvPr id="174" name="椭圆 173"/>
                <p:cNvSpPr/>
                <p:nvPr/>
              </p:nvSpPr>
              <p:spPr>
                <a:xfrm>
                  <a:off x="6863" y="5532"/>
                  <a:ext cx="494" cy="50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6" name="文本框 175"/>
                <p:cNvSpPr txBox="1"/>
                <p:nvPr/>
              </p:nvSpPr>
              <p:spPr>
                <a:xfrm>
                  <a:off x="6825" y="5496"/>
                  <a:ext cx="312" cy="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b="1"/>
                    <a:t>w</a:t>
                  </a:r>
                  <a:endParaRPr lang="en-US" altLang="zh-CN" b="1"/>
                </a:p>
              </p:txBody>
            </p:sp>
          </p:grpSp>
          <p:cxnSp>
            <p:nvCxnSpPr>
              <p:cNvPr id="62" name="直接箭头连接符 61"/>
              <p:cNvCxnSpPr/>
              <p:nvPr/>
            </p:nvCxnSpPr>
            <p:spPr>
              <a:xfrm>
                <a:off x="12534" y="4066"/>
                <a:ext cx="4" cy="401"/>
              </a:xfrm>
              <a:prstGeom prst="straightConnector1">
                <a:avLst/>
              </a:prstGeom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  <a:tailEnd type="arrow" w="med" len="med"/>
              </a:ln>
            </p:spPr>
            <p:style>
              <a:lnRef idx="3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63" name="肘形连接符 62"/>
            <p:cNvCxnSpPr/>
            <p:nvPr/>
          </p:nvCxnSpPr>
          <p:spPr>
            <a:xfrm flipV="1">
              <a:off x="13559" y="-1610"/>
              <a:ext cx="5" cy="7812"/>
            </a:xfrm>
            <a:prstGeom prst="bentConnector3">
              <a:avLst>
                <a:gd name="adj1" fmla="val 23800000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4" name="文本框 63"/>
            <p:cNvSpPr txBox="1"/>
            <p:nvPr/>
          </p:nvSpPr>
          <p:spPr>
            <a:xfrm rot="5400000">
              <a:off x="13130" y="1116"/>
              <a:ext cx="374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Iterative refinement</a:t>
              </a:r>
              <a:endParaRPr lang="en-US" altLang="zh-CN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011" y="-3778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Noisy initial responses</a:t>
              </a:r>
              <a:endParaRPr lang="en-US" altLang="zh-CN" b="1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-1385" y="5365"/>
              <a:ext cx="11107" cy="4752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3511" y="5469"/>
              <a:ext cx="384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Soft-RPF</a:t>
              </a:r>
              <a:endParaRPr lang="en-US" altLang="zh-CN" b="1"/>
            </a:p>
          </p:txBody>
        </p:sp>
        <p:sp>
          <p:nvSpPr>
            <p:cNvPr id="138" name="流程图: 决策 137"/>
            <p:cNvSpPr/>
            <p:nvPr/>
          </p:nvSpPr>
          <p:spPr>
            <a:xfrm rot="5400000">
              <a:off x="9216" y="6322"/>
              <a:ext cx="1801" cy="782"/>
            </a:xfrm>
            <a:prstGeom prst="flowChartDecision">
              <a:avLst/>
            </a:prstGeom>
            <a:noFill/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3" name="文本框 142"/>
                <p:cNvSpPr txBox="1"/>
                <p:nvPr/>
              </p:nvSpPr>
              <p:spPr>
                <a:xfrm rot="5400000">
                  <a:off x="8158" y="6410"/>
                  <a:ext cx="3959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𝑠𝑐𝑜𝑟𝑒</m:t>
                        </m:r>
                        <m:r>
                          <a:rPr lang="en-US" altLang="zh-CN" sz="1400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≥</m:t>
                        </m:r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altLang="zh-CN" sz="1400" b="1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3" name="文本框 1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8158" y="6410"/>
                  <a:ext cx="3959" cy="483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本框 147"/>
                <p:cNvSpPr txBox="1"/>
                <p:nvPr/>
              </p:nvSpPr>
              <p:spPr>
                <a:xfrm>
                  <a:off x="8662" y="6014"/>
                  <a:ext cx="916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ℎ𝑎𝑟𝑑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48" name="文本框 1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2" y="6014"/>
                  <a:ext cx="916" cy="483"/>
                </a:xfrm>
                <a:prstGeom prst="rect">
                  <a:avLst/>
                </a:prstGeom>
                <a:blipFill rotWithShape="1">
                  <a:blip r:embed="rId4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1" name="组合 40"/>
            <p:cNvGrpSpPr/>
            <p:nvPr/>
          </p:nvGrpSpPr>
          <p:grpSpPr>
            <a:xfrm rot="0">
              <a:off x="11194" y="836"/>
              <a:ext cx="3317" cy="2433"/>
              <a:chOff x="15175" y="6411"/>
              <a:chExt cx="3317" cy="2433"/>
            </a:xfrm>
          </p:grpSpPr>
          <p:pic>
            <p:nvPicPr>
              <p:cNvPr id="24" name="图片 23"/>
              <p:cNvPicPr/>
              <p:nvPr/>
            </p:nvPicPr>
            <p:blipFill>
              <a:blip r:embed="rId12"/>
              <a:srcRect t="8111" b="8556"/>
              <a:stretch>
                <a:fillRect/>
              </a:stretch>
            </p:blipFill>
            <p:spPr>
              <a:xfrm>
                <a:off x="15231" y="6699"/>
                <a:ext cx="3170" cy="2073"/>
              </a:xfrm>
              <a:prstGeom prst="rect">
                <a:avLst/>
              </a:prstGeom>
            </p:spPr>
          </p:pic>
          <p:cxnSp>
            <p:nvCxnSpPr>
              <p:cNvPr id="36" name="直接连接符 35"/>
              <p:cNvCxnSpPr/>
              <p:nvPr/>
            </p:nvCxnSpPr>
            <p:spPr>
              <a:xfrm>
                <a:off x="16497" y="6411"/>
                <a:ext cx="3" cy="243"/>
              </a:xfrm>
              <a:prstGeom prst="line">
                <a:avLst/>
              </a:prstGeom>
              <a:ln w="28575" cmpd="sng">
                <a:solidFill>
                  <a:srgbClr val="325395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37" name="图片 36"/>
              <p:cNvPicPr/>
              <p:nvPr/>
            </p:nvPicPr>
            <p:blipFill>
              <a:blip r:embed="rId41">
                <a:alphaModFix amt="80000"/>
              </a:blip>
              <a:stretch>
                <a:fillRect/>
              </a:stretch>
            </p:blipFill>
            <p:spPr>
              <a:xfrm>
                <a:off x="15322" y="6654"/>
                <a:ext cx="3170" cy="2092"/>
              </a:xfrm>
              <a:prstGeom prst="rect">
                <a:avLst/>
              </a:prstGeom>
            </p:spPr>
          </p:pic>
          <p:pic>
            <p:nvPicPr>
              <p:cNvPr id="17" name="图片 16"/>
              <p:cNvPicPr/>
              <p:nvPr/>
            </p:nvPicPr>
            <p:blipFill>
              <a:blip r:embed="rId11">
                <a:alphaModFix amt="21000"/>
              </a:blip>
              <a:srcRect l="6471" t="-1544" r="6552" b="1544"/>
              <a:stretch>
                <a:fillRect/>
              </a:stretch>
            </p:blipFill>
            <p:spPr>
              <a:xfrm>
                <a:off x="15175" y="6772"/>
                <a:ext cx="3226" cy="2072"/>
              </a:xfrm>
              <a:prstGeom prst="rect">
                <a:avLst/>
              </a:prstGeom>
            </p:spPr>
          </p:pic>
        </p:grpSp>
        <p:sp>
          <p:nvSpPr>
            <p:cNvPr id="130" name="椭圆 129"/>
            <p:cNvSpPr/>
            <p:nvPr/>
          </p:nvSpPr>
          <p:spPr>
            <a:xfrm rot="18900000">
              <a:off x="9045" y="6550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88" name="组合 187"/>
            <p:cNvGrpSpPr/>
            <p:nvPr/>
          </p:nvGrpSpPr>
          <p:grpSpPr>
            <a:xfrm rot="18900000">
              <a:off x="6612" y="7670"/>
              <a:ext cx="550" cy="550"/>
              <a:chOff x="7252" y="7856"/>
              <a:chExt cx="550" cy="550"/>
            </a:xfrm>
          </p:grpSpPr>
          <p:sp>
            <p:nvSpPr>
              <p:cNvPr id="189" name="椭圆 188"/>
              <p:cNvSpPr/>
              <p:nvPr/>
            </p:nvSpPr>
            <p:spPr>
              <a:xfrm rot="18900000">
                <a:off x="7252" y="7856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190" name="组合 189"/>
              <p:cNvGrpSpPr/>
              <p:nvPr/>
            </p:nvGrpSpPr>
            <p:grpSpPr>
              <a:xfrm>
                <a:off x="7333" y="7937"/>
                <a:ext cx="388" cy="388"/>
                <a:chOff x="7333" y="7937"/>
                <a:chExt cx="388" cy="388"/>
              </a:xfrm>
            </p:grpSpPr>
            <p:cxnSp>
              <p:nvCxnSpPr>
                <p:cNvPr id="191" name="直接连接符 190"/>
                <p:cNvCxnSpPr>
                  <a:stCxn id="189" idx="0"/>
                  <a:endCxn id="189" idx="4"/>
                </p:cNvCxnSpPr>
                <p:nvPr/>
              </p:nvCxnSpPr>
              <p:spPr>
                <a:xfrm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直接连接符 191"/>
                <p:cNvCxnSpPr/>
                <p:nvPr/>
              </p:nvCxnSpPr>
              <p:spPr>
                <a:xfrm flipV="1">
                  <a:off x="7333" y="7937"/>
                  <a:ext cx="388" cy="388"/>
                </a:xfrm>
                <a:prstGeom prst="line">
                  <a:avLst/>
                </a:prstGeom>
                <a:ln w="28575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5641" y="7415"/>
                  <a:ext cx="828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𝑚𝑖𝑥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1" y="7415"/>
                  <a:ext cx="828" cy="580"/>
                </a:xfrm>
                <a:prstGeom prst="rect">
                  <a:avLst/>
                </a:prstGeom>
                <a:blipFill rotWithShape="1">
                  <a:blip r:embed="rId4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6" name="圆角矩形 195"/>
            <p:cNvSpPr/>
            <p:nvPr/>
          </p:nvSpPr>
          <p:spPr>
            <a:xfrm>
              <a:off x="7572" y="6655"/>
              <a:ext cx="604" cy="2580"/>
            </a:xfrm>
            <a:prstGeom prst="roundRect">
              <a:avLst/>
            </a:prstGeom>
            <a:solidFill>
              <a:srgbClr val="C9E6BD"/>
            </a:solidFill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98" name="直接连接符 197"/>
            <p:cNvCxnSpPr/>
            <p:nvPr/>
          </p:nvCxnSpPr>
          <p:spPr>
            <a:xfrm>
              <a:off x="7583" y="8420"/>
              <a:ext cx="767" cy="1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9" name="文本框 198"/>
            <p:cNvSpPr txBox="1"/>
            <p:nvPr/>
          </p:nvSpPr>
          <p:spPr>
            <a:xfrm rot="5400000">
              <a:off x="7281" y="7383"/>
              <a:ext cx="1157" cy="5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hard</a:t>
              </a:r>
              <a:endParaRPr lang="en-US" altLang="zh-CN"/>
            </a:p>
          </p:txBody>
        </p:sp>
        <p:sp>
          <p:nvSpPr>
            <p:cNvPr id="200" name="文本框 199"/>
            <p:cNvSpPr txBox="1"/>
            <p:nvPr/>
          </p:nvSpPr>
          <p:spPr>
            <a:xfrm rot="5400000">
              <a:off x="7314" y="8625"/>
              <a:ext cx="1071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soft</a:t>
              </a:r>
              <a:endParaRPr lang="en-US" altLang="zh-CN"/>
            </a:p>
          </p:txBody>
        </p:sp>
        <p:cxnSp>
          <p:nvCxnSpPr>
            <p:cNvPr id="201" name="直接连接符 200"/>
            <p:cNvCxnSpPr/>
            <p:nvPr/>
          </p:nvCxnSpPr>
          <p:spPr>
            <a:xfrm>
              <a:off x="8093" y="9234"/>
              <a:ext cx="232" cy="0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>
              <a:off x="8093" y="6657"/>
              <a:ext cx="232" cy="0"/>
            </a:xfrm>
            <a:prstGeom prst="line">
              <a:avLst/>
            </a:prstGeom>
            <a:ln w="28575" cmpd="sng">
              <a:solidFill>
                <a:srgbClr val="1B7B3C"/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6" name="文本框 205"/>
                <p:cNvSpPr txBox="1"/>
                <p:nvPr/>
              </p:nvSpPr>
              <p:spPr>
                <a:xfrm>
                  <a:off x="8210" y="8969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=0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6" name="文本框 2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0" y="8969"/>
                  <a:ext cx="1193" cy="531"/>
                </a:xfrm>
                <a:prstGeom prst="rect">
                  <a:avLst/>
                </a:prstGeom>
                <a:blipFill rotWithShape="1">
                  <a:blip r:embed="rId4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7" name="文本框 206"/>
                <p:cNvSpPr txBox="1"/>
                <p:nvPr/>
              </p:nvSpPr>
              <p:spPr>
                <a:xfrm>
                  <a:off x="8168" y="6447"/>
                  <a:ext cx="1193" cy="5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charset="0"/>
                          <a:ea typeface="MS Mincho" panose="02020609040205080304" charset="-128"/>
                          <a:cs typeface="Cambria Math" panose="02040503050406030204" charset="0"/>
                        </a:rPr>
                        <m:t>𝜆</m:t>
                      </m:r>
                    </m:oMath>
                  </a14:m>
                  <a:r>
                    <a:rPr lang="en-US" altLang="zh-CN" sz="1600" i="1">
                      <a:latin typeface="Cambria Math" panose="02040503050406030204" charset="0"/>
                      <a:ea typeface="MS Mincho" panose="02020609040205080304" charset="-128"/>
                      <a:cs typeface="Cambria Math" panose="02040503050406030204" charset="0"/>
                    </a:rPr>
                    <a:t>=1</a:t>
                  </a:r>
                  <a:endParaRPr lang="en-US" altLang="zh-CN" sz="1600" i="1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07" name="文本框 20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" y="6447"/>
                  <a:ext cx="1193" cy="531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6" name="椭圆 135"/>
            <p:cNvSpPr/>
            <p:nvPr/>
          </p:nvSpPr>
          <p:spPr>
            <a:xfrm rot="18900000">
              <a:off x="9045" y="9084"/>
              <a:ext cx="296" cy="296"/>
            </a:xfrm>
            <a:prstGeom prst="ellipse">
              <a:avLst/>
            </a:prstGeom>
            <a:solidFill>
              <a:schemeClr val="bg1"/>
            </a:solidFill>
            <a:ln w="28575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9634" y="8781"/>
                  <a:ext cx="916" cy="4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𝑠𝑜𝑓𝑡</m:t>
                            </m:r>
                          </m:sub>
                        </m:sSub>
                      </m:oMath>
                    </m:oMathPara>
                  </a14:m>
                  <a:endParaRPr lang="en-US" altLang="zh-CN" sz="1400" i="1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4" y="8781"/>
                  <a:ext cx="916" cy="464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肘形连接符 140"/>
            <p:cNvCxnSpPr>
              <a:stCxn id="251" idx="1"/>
            </p:cNvCxnSpPr>
            <p:nvPr/>
          </p:nvCxnSpPr>
          <p:spPr>
            <a:xfrm rot="10800000" flipV="1">
              <a:off x="6887" y="7005"/>
              <a:ext cx="698" cy="664"/>
            </a:xfrm>
            <a:prstGeom prst="bentConnector3">
              <a:avLst>
                <a:gd name="adj1" fmla="val 100000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肘形连接符 180"/>
            <p:cNvCxnSpPr/>
            <p:nvPr/>
          </p:nvCxnSpPr>
          <p:spPr>
            <a:xfrm rot="10800000">
              <a:off x="6886" y="8219"/>
              <a:ext cx="709" cy="658"/>
            </a:xfrm>
            <a:prstGeom prst="bentConnector3">
              <a:avLst>
                <a:gd name="adj1" fmla="val 100141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0" name="组合 149"/>
            <p:cNvGrpSpPr/>
            <p:nvPr/>
          </p:nvGrpSpPr>
          <p:grpSpPr>
            <a:xfrm rot="0">
              <a:off x="4702" y="6655"/>
              <a:ext cx="988" cy="2948"/>
              <a:chOff x="4358" y="6586"/>
              <a:chExt cx="988" cy="2948"/>
            </a:xfrm>
          </p:grpSpPr>
          <p:sp>
            <p:nvSpPr>
              <p:cNvPr id="203" name="圆角矩形 202"/>
              <p:cNvSpPr/>
              <p:nvPr/>
            </p:nvSpPr>
            <p:spPr>
              <a:xfrm>
                <a:off x="4549" y="6586"/>
                <a:ext cx="797" cy="2580"/>
              </a:xfrm>
              <a:prstGeom prst="roundRect">
                <a:avLst/>
              </a:prstGeom>
              <a:solidFill>
                <a:srgbClr val="C9E6BD"/>
              </a:solidFill>
              <a:ln w="28575" cmpd="sng">
                <a:solidFill>
                  <a:srgbClr val="1B7B3C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 rot="5400000">
                <a:off x="3561" y="7749"/>
                <a:ext cx="2582" cy="988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80000"/>
                  </a:lnSpc>
                </a:pPr>
                <a:r>
                  <a:rPr lang="en-US" altLang="zh-CN"/>
                  <a:t>Feedback          </a:t>
                </a:r>
                <a:endParaRPr lang="en-US" altLang="zh-CN"/>
              </a:p>
              <a:p>
                <a:pPr>
                  <a:lnSpc>
                    <a:spcPct val="80000"/>
                  </a:lnSpc>
                </a:pPr>
                <a:r>
                  <a:rPr lang="en-US" altLang="zh-CN"/>
                  <a:t>    </a:t>
                </a:r>
                <a:r>
                  <a:rPr lang="en-US" altLang="zh-CN"/>
                  <a:t>gate</a:t>
                </a:r>
                <a:endParaRPr lang="en-US" altLang="zh-CN"/>
              </a:p>
            </p:txBody>
          </p:sp>
        </p:grpSp>
        <p:cxnSp>
          <p:nvCxnSpPr>
            <p:cNvPr id="69" name="直接箭头连接符 68"/>
            <p:cNvCxnSpPr/>
            <p:nvPr/>
          </p:nvCxnSpPr>
          <p:spPr>
            <a:xfrm flipH="1">
              <a:off x="12496" y="3272"/>
              <a:ext cx="3" cy="37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8" name="直接箭头连接符 127"/>
            <p:cNvCxnSpPr>
              <a:stCxn id="138" idx="2"/>
            </p:cNvCxnSpPr>
            <p:nvPr/>
          </p:nvCxnSpPr>
          <p:spPr>
            <a:xfrm flipH="1">
              <a:off x="9362" y="6714"/>
              <a:ext cx="364" cy="6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肘形连接符 130"/>
            <p:cNvCxnSpPr/>
            <p:nvPr/>
          </p:nvCxnSpPr>
          <p:spPr>
            <a:xfrm rot="10800000">
              <a:off x="10505" y="6709"/>
              <a:ext cx="2235" cy="1002"/>
            </a:xfrm>
            <a:prstGeom prst="bentConnector3">
              <a:avLst>
                <a:gd name="adj1" fmla="val 72214"/>
              </a:avLst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2" name="文本框 131"/>
                <p:cNvSpPr txBox="1"/>
                <p:nvPr/>
              </p:nvSpPr>
              <p:spPr>
                <a:xfrm>
                  <a:off x="3874" y="6613"/>
                  <a:ext cx="78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32" name="文本框 1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4" y="6613"/>
                  <a:ext cx="782" cy="580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4" name="组合 183"/>
            <p:cNvGrpSpPr/>
            <p:nvPr/>
          </p:nvGrpSpPr>
          <p:grpSpPr>
            <a:xfrm rot="0">
              <a:off x="3978" y="7669"/>
              <a:ext cx="550" cy="552"/>
              <a:chOff x="12466" y="6854"/>
              <a:chExt cx="550" cy="550"/>
            </a:xfrm>
          </p:grpSpPr>
          <p:sp>
            <p:nvSpPr>
              <p:cNvPr id="149" name="椭圆 148"/>
              <p:cNvSpPr/>
              <p:nvPr/>
            </p:nvSpPr>
            <p:spPr>
              <a:xfrm rot="18900000">
                <a:off x="12466" y="6854"/>
                <a:ext cx="550" cy="550"/>
              </a:xfrm>
              <a:prstGeom prst="ellipse">
                <a:avLst/>
              </a:prstGeom>
              <a:solidFill>
                <a:schemeClr val="bg1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83" name="椭圆 182"/>
              <p:cNvSpPr/>
              <p:nvPr/>
            </p:nvSpPr>
            <p:spPr>
              <a:xfrm>
                <a:off x="12682" y="7062"/>
                <a:ext cx="120" cy="1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cxnSp>
          <p:nvCxnSpPr>
            <p:cNvPr id="142" name="直接箭头连接符 141"/>
            <p:cNvCxnSpPr/>
            <p:nvPr/>
          </p:nvCxnSpPr>
          <p:spPr>
            <a:xfrm flipH="1">
              <a:off x="4253" y="7090"/>
              <a:ext cx="4" cy="580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 flipH="1">
              <a:off x="4539" y="7948"/>
              <a:ext cx="336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/>
            <p:nvPr/>
          </p:nvCxnSpPr>
          <p:spPr>
            <a:xfrm flipH="1">
              <a:off x="3589" y="7950"/>
              <a:ext cx="366" cy="8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4" name="直接箭头连接符 223"/>
            <p:cNvCxnSpPr>
              <a:stCxn id="232" idx="2"/>
            </p:cNvCxnSpPr>
            <p:nvPr/>
          </p:nvCxnSpPr>
          <p:spPr>
            <a:xfrm flipH="1">
              <a:off x="11748" y="11585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/>
            <p:nvPr/>
          </p:nvCxnSpPr>
          <p:spPr>
            <a:xfrm flipH="1">
              <a:off x="5703" y="7941"/>
              <a:ext cx="886" cy="3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9" name="直接箭头连接符 208"/>
            <p:cNvCxnSpPr/>
            <p:nvPr/>
          </p:nvCxnSpPr>
          <p:spPr>
            <a:xfrm flipH="1" flipV="1">
              <a:off x="559" y="7951"/>
              <a:ext cx="358" cy="7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7" name="组合 46"/>
            <p:cNvGrpSpPr/>
            <p:nvPr/>
          </p:nvGrpSpPr>
          <p:grpSpPr>
            <a:xfrm rot="0">
              <a:off x="-1180" y="7177"/>
              <a:ext cx="1719" cy="1906"/>
              <a:chOff x="528" y="6900"/>
              <a:chExt cx="1719" cy="1906"/>
            </a:xfrm>
          </p:grpSpPr>
          <p:grpSp>
            <p:nvGrpSpPr>
              <p:cNvPr id="214" name="组合 213"/>
              <p:cNvGrpSpPr/>
              <p:nvPr/>
            </p:nvGrpSpPr>
            <p:grpSpPr>
              <a:xfrm>
                <a:off x="666" y="6978"/>
                <a:ext cx="1581" cy="1828"/>
                <a:chOff x="665" y="7503"/>
                <a:chExt cx="1581" cy="1264"/>
              </a:xfrm>
            </p:grpSpPr>
            <p:sp>
              <p:nvSpPr>
                <p:cNvPr id="211" name="圆角矩形 210"/>
                <p:cNvSpPr/>
                <p:nvPr/>
              </p:nvSpPr>
              <p:spPr>
                <a:xfrm>
                  <a:off x="665" y="7503"/>
                  <a:ext cx="1581" cy="968"/>
                </a:xfrm>
                <a:prstGeom prst="roundRect">
                  <a:avLst/>
                </a:prstGeom>
                <a:solidFill>
                  <a:srgbClr val="C9E6BD"/>
                </a:solidFill>
                <a:ln w="28575" cmpd="sng">
                  <a:solidFill>
                    <a:srgbClr val="1B7B3C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zh-CN" altLang="en-US">
                    <a:sym typeface="+mn-ea"/>
                  </a:endParaRPr>
                </a:p>
              </p:txBody>
            </p:sp>
            <p:sp>
              <p:nvSpPr>
                <p:cNvPr id="213" name="文本框 212"/>
                <p:cNvSpPr txBox="1"/>
                <p:nvPr/>
              </p:nvSpPr>
              <p:spPr>
                <a:xfrm>
                  <a:off x="733" y="7751"/>
                  <a:ext cx="151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r>
                    <a:rPr lang="en-US" altLang="zh-CN"/>
                    <a:t>purified</a:t>
                  </a:r>
                  <a:endParaRPr lang="en-US" altLang="zh-CN"/>
                </a:p>
                <a:p>
                  <a:r>
                    <a:rPr lang="en-US" altLang="zh-CN"/>
                    <a:t>support</a:t>
                  </a:r>
                  <a:endParaRPr lang="en-US" altLang="zh-CN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2" name="文本框 211"/>
                  <p:cNvSpPr txBox="1"/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        </m:t>
                              </m:r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>
              <p:sp>
                <p:nvSpPr>
                  <p:cNvPr id="212" name="文本框 2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8" y="6900"/>
                    <a:ext cx="1207" cy="580"/>
                  </a:xfrm>
                  <a:prstGeom prst="rect">
                    <a:avLst/>
                  </a:prstGeom>
                  <a:blipFill rotWithShape="1">
                    <a:blip r:embed="rId4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33" name="图片 132" descr="c32b408fb985c049bf0a5cbf1e313936"/>
            <p:cNvPicPr>
              <a:picLocks noChangeAspect="1"/>
            </p:cNvPicPr>
            <p:nvPr/>
          </p:nvPicPr>
          <p:blipFill>
            <a:blip r:embed="rId48"/>
            <a:srcRect r="7816"/>
            <a:stretch>
              <a:fillRect/>
            </a:stretch>
          </p:blipFill>
          <p:spPr>
            <a:xfrm>
              <a:off x="681" y="5813"/>
              <a:ext cx="2986" cy="4009"/>
            </a:xfrm>
            <a:prstGeom prst="rect">
              <a:avLst/>
            </a:prstGeom>
          </p:spPr>
        </p:pic>
        <p:sp>
          <p:nvSpPr>
            <p:cNvPr id="135" name="文本框 134"/>
            <p:cNvSpPr txBox="1"/>
            <p:nvPr/>
          </p:nvSpPr>
          <p:spPr>
            <a:xfrm>
              <a:off x="10483" y="-2109"/>
              <a:ext cx="256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safe init</a:t>
              </a:r>
              <a:endParaRPr lang="en-US" altLang="zh-CN" sz="1600"/>
            </a:p>
          </p:txBody>
        </p:sp>
        <p:sp>
          <p:nvSpPr>
            <p:cNvPr id="70" name="圆角矩形 69"/>
            <p:cNvSpPr/>
            <p:nvPr/>
          </p:nvSpPr>
          <p:spPr>
            <a:xfrm>
              <a:off x="11169" y="4652"/>
              <a:ext cx="3245" cy="933"/>
            </a:xfrm>
            <a:prstGeom prst="roundRect">
              <a:avLst/>
            </a:prstGeom>
            <a:solidFill>
              <a:srgbClr val="F8CDAC"/>
            </a:solidFill>
            <a:ln w="28575" cmpd="sng">
              <a:solidFill>
                <a:srgbClr val="BF612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</a:rPr>
                <a:t>RTG-TopK</a:t>
              </a:r>
              <a:endParaRPr lang="en-US" altLang="zh-CN" b="1">
                <a:solidFill>
                  <a:schemeClr val="tx1"/>
                </a:solidFill>
              </a:endParaRPr>
            </a:p>
            <a:p>
              <a:pPr algn="ctr"/>
              <a:endParaRPr lang="en-US" altLang="zh-CN" sz="1400">
                <a:solidFill>
                  <a:schemeClr val="tx1"/>
                </a:solidFill>
              </a:endParaRPr>
            </a:p>
          </p:txBody>
        </p:sp>
        <p:cxnSp>
          <p:nvCxnSpPr>
            <p:cNvPr id="146" name="直接箭头连接符 145"/>
            <p:cNvCxnSpPr/>
            <p:nvPr/>
          </p:nvCxnSpPr>
          <p:spPr>
            <a:xfrm flipH="1">
              <a:off x="11703" y="4149"/>
              <a:ext cx="10" cy="490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7" name="文本框 146"/>
                <p:cNvSpPr txBox="1"/>
                <p:nvPr/>
              </p:nvSpPr>
              <p:spPr>
                <a:xfrm>
                  <a:off x="11189" y="3655"/>
                  <a:ext cx="105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47" name="文本框 1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89" y="3655"/>
                  <a:ext cx="1054" cy="580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0" name="直接箭头连接符 289"/>
            <p:cNvCxnSpPr/>
            <p:nvPr/>
          </p:nvCxnSpPr>
          <p:spPr>
            <a:xfrm>
              <a:off x="13553" y="5593"/>
              <a:ext cx="1" cy="1566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1" name="文本框 290"/>
                <p:cNvSpPr txBox="1"/>
                <p:nvPr/>
              </p:nvSpPr>
              <p:spPr>
                <a:xfrm>
                  <a:off x="13495" y="-1578"/>
                  <a:ext cx="1329" cy="6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𝒇𝒊𝒏𝒂𝒍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291" name="文本框 29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495" y="-1578"/>
                  <a:ext cx="1329" cy="603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5" name="文本框 294"/>
            <p:cNvSpPr txBox="1"/>
            <p:nvPr/>
          </p:nvSpPr>
          <p:spPr>
            <a:xfrm>
              <a:off x="11135" y="5053"/>
              <a:ext cx="3802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>
                  <a:sym typeface="+mn-ea"/>
                </a:rPr>
                <a:t>(gate: conf + drift+mass)</a:t>
              </a:r>
              <a:endParaRPr lang="en-US" altLang="zh-CN" sz="1400">
                <a:solidFill>
                  <a:schemeClr val="tx1"/>
                </a:solidFill>
              </a:endParaRPr>
            </a:p>
            <a:p>
              <a:endParaRPr lang="en-US" altLang="zh-CN" sz="14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5" name="文本框 304"/>
                <p:cNvSpPr txBox="1"/>
                <p:nvPr/>
              </p:nvSpPr>
              <p:spPr>
                <a:xfrm>
                  <a:off x="12713" y="6202"/>
                  <a:ext cx="1200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305" name="文本框 30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13" y="6202"/>
                  <a:ext cx="1200" cy="580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圆角矩形 53"/>
            <p:cNvSpPr/>
            <p:nvPr/>
          </p:nvSpPr>
          <p:spPr>
            <a:xfrm>
              <a:off x="-3022" y="5365"/>
              <a:ext cx="1483" cy="4752"/>
            </a:xfrm>
            <a:prstGeom prst="roundRect">
              <a:avLst/>
            </a:prstGeom>
            <a:solidFill>
              <a:srgbClr val="9DC3E6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en-US" altLang="zh-CN">
                <a:solidFill>
                  <a:schemeClr val="tx1"/>
                </a:solidFill>
                <a:sym typeface="+mn-ea"/>
              </a:endParaRPr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-2185" y="6681"/>
              <a:ext cx="720" cy="195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b="1"/>
                <a:t>A</a:t>
              </a:r>
              <a:endParaRPr lang="en-US" altLang="zh-CN" b="1"/>
            </a:p>
            <a:p>
              <a:r>
                <a:rPr lang="en-US" altLang="zh-CN" b="1"/>
                <a:t>C</a:t>
              </a:r>
              <a:br>
                <a:rPr lang="en-US" altLang="zh-CN" b="1"/>
              </a:br>
              <a:r>
                <a:rPr lang="en-US" altLang="zh-CN" b="1"/>
                <a:t>R</a:t>
              </a:r>
              <a:br>
                <a:rPr lang="en-US" altLang="zh-CN" b="1"/>
              </a:br>
              <a:r>
                <a:rPr lang="en-US" altLang="zh-CN" b="1"/>
                <a:t>E</a:t>
              </a:r>
              <a:endParaRPr lang="en-US" altLang="zh-CN" b="1"/>
            </a:p>
            <a:p>
              <a:endParaRPr lang="en-US" altLang="zh-CN" b="1"/>
            </a:p>
          </p:txBody>
        </p:sp>
        <p:cxnSp>
          <p:nvCxnSpPr>
            <p:cNvPr id="99" name="直接箭头连接符 98"/>
            <p:cNvCxnSpPr/>
            <p:nvPr/>
          </p:nvCxnSpPr>
          <p:spPr>
            <a:xfrm flipH="1">
              <a:off x="-1539" y="7955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40" name="图片 139"/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11533" y="6049"/>
              <a:ext cx="1458" cy="939"/>
            </a:xfrm>
            <a:prstGeom prst="rect">
              <a:avLst/>
            </a:prstGeom>
          </p:spPr>
        </p:pic>
        <p:grpSp>
          <p:nvGrpSpPr>
            <p:cNvPr id="144" name="组合 143"/>
            <p:cNvGrpSpPr/>
            <p:nvPr/>
          </p:nvGrpSpPr>
          <p:grpSpPr>
            <a:xfrm rot="0">
              <a:off x="12713" y="6189"/>
              <a:ext cx="2517" cy="2080"/>
              <a:chOff x="18712" y="6124"/>
              <a:chExt cx="2517" cy="2080"/>
            </a:xfrm>
          </p:grpSpPr>
          <p:grpSp>
            <p:nvGrpSpPr>
              <p:cNvPr id="152" name="组合 151"/>
              <p:cNvGrpSpPr/>
              <p:nvPr/>
            </p:nvGrpSpPr>
            <p:grpSpPr>
              <a:xfrm>
                <a:off x="18712" y="7128"/>
                <a:ext cx="2517" cy="1076"/>
                <a:chOff x="17726" y="7128"/>
                <a:chExt cx="2517" cy="1076"/>
              </a:xfrm>
            </p:grpSpPr>
            <p:sp>
              <p:nvSpPr>
                <p:cNvPr id="175" name="圆角矩形 174"/>
                <p:cNvSpPr/>
                <p:nvPr/>
              </p:nvSpPr>
              <p:spPr>
                <a:xfrm>
                  <a:off x="17751" y="7141"/>
                  <a:ext cx="1776" cy="1063"/>
                </a:xfrm>
                <a:prstGeom prst="roundRect">
                  <a:avLst/>
                </a:prstGeom>
                <a:solidFill>
                  <a:srgbClr val="9DC3E6"/>
                </a:solidFill>
                <a:ln w="12700" cmpd="sng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p>
                  <a:pPr lvl="0" algn="ctr">
                    <a:buClrTx/>
                    <a:buSzTx/>
                    <a:buFontTx/>
                  </a:pPr>
                  <a:endParaRPr lang="en-US" altLang="zh-CN">
                    <a:solidFill>
                      <a:schemeClr val="tx1"/>
                    </a:solidFill>
                    <a:sym typeface="+mn-ea"/>
                  </a:endParaRPr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17726" y="7128"/>
                  <a:ext cx="2517" cy="4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 b="1"/>
                    <a:t>Score Head</a:t>
                  </a:r>
                  <a:endParaRPr lang="en-US" altLang="zh-CN" sz="1400" b="1"/>
                </a:p>
              </p:txBody>
            </p:sp>
          </p:grpSp>
          <p:grpSp>
            <p:nvGrpSpPr>
              <p:cNvPr id="180" name="组合 179"/>
              <p:cNvGrpSpPr/>
              <p:nvPr/>
            </p:nvGrpSpPr>
            <p:grpSpPr>
              <a:xfrm>
                <a:off x="19639" y="6124"/>
                <a:ext cx="1054" cy="972"/>
                <a:chOff x="19991" y="6124"/>
                <a:chExt cx="1054" cy="972"/>
              </a:xfrm>
            </p:grpSpPr>
            <p:cxnSp>
              <p:nvCxnSpPr>
                <p:cNvPr id="185" name="直接箭头连接符 184"/>
                <p:cNvCxnSpPr/>
                <p:nvPr/>
              </p:nvCxnSpPr>
              <p:spPr>
                <a:xfrm flipH="1">
                  <a:off x="20505" y="6606"/>
                  <a:ext cx="10" cy="490"/>
                </a:xfrm>
                <a:prstGeom prst="straightConnector1">
                  <a:avLst/>
                </a:prstGeom>
                <a:ln w="28575" cmpd="sng">
                  <a:solidFill>
                    <a:schemeClr val="accent1">
                      <a:shade val="50000"/>
                    </a:schemeClr>
                  </a:solidFill>
                  <a:prstDash val="solid"/>
                  <a:tailEnd type="arrow" w="med" len="med"/>
                </a:ln>
              </p:spPr>
              <p:style>
                <a:lnRef idx="3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86" name="文本框 185"/>
                    <p:cNvSpPr txBox="1"/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oMath>
                        </m:oMathPara>
                      </a14:m>
                      <a:endParaRPr lang="zh-CN" altLang="en-US"/>
                    </a:p>
                  </p:txBody>
                </p:sp>
              </mc:Choice>
              <mc:Fallback>
                <p:sp>
                  <p:nvSpPr>
                    <p:cNvPr id="186" name="文本框 18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991" y="6124"/>
                      <a:ext cx="1054" cy="580"/>
                    </a:xfrm>
                    <a:prstGeom prst="rect">
                      <a:avLst/>
                    </a:prstGeom>
                    <a:blipFill rotWithShape="1">
                      <a:blip r:embed="rId49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7" name="文本框 186"/>
                <p:cNvSpPr txBox="1"/>
                <p:nvPr/>
              </p:nvSpPr>
              <p:spPr>
                <a:xfrm>
                  <a:off x="13144" y="7539"/>
                  <a:ext cx="1177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187" name="文本框 1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144" y="7539"/>
                  <a:ext cx="1177" cy="580"/>
                </a:xfrm>
                <a:prstGeom prst="rect">
                  <a:avLst/>
                </a:prstGeom>
                <a:blipFill rotWithShape="1">
                  <a:blip r:embed="rId5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2" name="直接连接符 201"/>
            <p:cNvCxnSpPr/>
            <p:nvPr/>
          </p:nvCxnSpPr>
          <p:spPr>
            <a:xfrm flipV="1">
              <a:off x="11533" y="5585"/>
              <a:ext cx="674" cy="470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08" name="直接连接符 207"/>
            <p:cNvCxnSpPr/>
            <p:nvPr/>
          </p:nvCxnSpPr>
          <p:spPr>
            <a:xfrm flipH="1" flipV="1">
              <a:off x="12757" y="5585"/>
              <a:ext cx="224" cy="466"/>
            </a:xfrm>
            <a:prstGeom prst="line">
              <a:avLst/>
            </a:prstGeom>
            <a:ln>
              <a:solidFill>
                <a:srgbClr val="BF6122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6" name="文本框 215"/>
            <p:cNvSpPr txBox="1"/>
            <p:nvPr/>
          </p:nvSpPr>
          <p:spPr>
            <a:xfrm>
              <a:off x="-2373" y="8781"/>
              <a:ext cx="1399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b="1">
                  <a:sym typeface="+mn-ea"/>
                </a:rPr>
                <a:t> 2nd pass</a:t>
              </a:r>
              <a:endParaRPr lang="en-US" altLang="zh-CN" sz="1400" b="1">
                <a:sym typeface="+mn-ea"/>
              </a:endParaRPr>
            </a:p>
          </p:txBody>
        </p:sp>
        <p:pic>
          <p:nvPicPr>
            <p:cNvPr id="219" name="图片 218"/>
            <p:cNvPicPr/>
            <p:nvPr/>
          </p:nvPicPr>
          <p:blipFill>
            <a:blip r:embed="rId54"/>
            <a:stretch>
              <a:fillRect/>
            </a:stretch>
          </p:blipFill>
          <p:spPr>
            <a:xfrm>
              <a:off x="1141" y="3335"/>
              <a:ext cx="2347" cy="1548"/>
            </a:xfrm>
            <a:prstGeom prst="rect">
              <a:avLst/>
            </a:prstGeom>
          </p:spPr>
        </p:pic>
        <p:pic>
          <p:nvPicPr>
            <p:cNvPr id="220" name="图片 219"/>
            <p:cNvPicPr/>
            <p:nvPr/>
          </p:nvPicPr>
          <p:blipFill>
            <a:blip r:embed="rId55"/>
            <a:stretch>
              <a:fillRect/>
            </a:stretch>
          </p:blipFill>
          <p:spPr>
            <a:xfrm>
              <a:off x="3574" y="3335"/>
              <a:ext cx="2347" cy="1548"/>
            </a:xfrm>
            <a:prstGeom prst="rect">
              <a:avLst/>
            </a:prstGeom>
          </p:spPr>
        </p:pic>
        <p:pic>
          <p:nvPicPr>
            <p:cNvPr id="221" name="图片 220"/>
            <p:cNvPicPr/>
            <p:nvPr/>
          </p:nvPicPr>
          <p:blipFill>
            <a:blip r:embed="rId56"/>
            <a:stretch>
              <a:fillRect/>
            </a:stretch>
          </p:blipFill>
          <p:spPr>
            <a:xfrm>
              <a:off x="6202" y="3335"/>
              <a:ext cx="2347" cy="1548"/>
            </a:xfrm>
            <a:prstGeom prst="rect">
              <a:avLst/>
            </a:prstGeom>
          </p:spPr>
        </p:pic>
        <p:cxnSp>
          <p:nvCxnSpPr>
            <p:cNvPr id="225" name="直接连接符 224"/>
            <p:cNvCxnSpPr/>
            <p:nvPr/>
          </p:nvCxnSpPr>
          <p:spPr>
            <a:xfrm flipV="1">
              <a:off x="2820" y="2770"/>
              <a:ext cx="2350" cy="46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8" name="直接连接符 227"/>
            <p:cNvCxnSpPr/>
            <p:nvPr/>
          </p:nvCxnSpPr>
          <p:spPr>
            <a:xfrm flipH="1" flipV="1">
              <a:off x="6802" y="2773"/>
              <a:ext cx="1467" cy="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36" name="组合 235"/>
            <p:cNvGrpSpPr/>
            <p:nvPr/>
          </p:nvGrpSpPr>
          <p:grpSpPr>
            <a:xfrm rot="0">
              <a:off x="4338" y="2190"/>
              <a:ext cx="4236" cy="580"/>
              <a:chOff x="4234" y="2121"/>
              <a:chExt cx="4236" cy="580"/>
            </a:xfrm>
          </p:grpSpPr>
          <p:sp>
            <p:nvSpPr>
              <p:cNvPr id="222" name="圆角矩形 221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>
                <a:off x="4234" y="2154"/>
                <a:ext cx="4237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/>
                  <a:t>Conf-Gated Threshold</a:t>
                </a:r>
                <a:endParaRPr lang="en-US" altLang="zh-CN" sz="1400" b="1"/>
              </a:p>
            </p:txBody>
          </p:sp>
        </p:grpSp>
        <p:grpSp>
          <p:nvGrpSpPr>
            <p:cNvPr id="237" name="组合 236"/>
            <p:cNvGrpSpPr/>
            <p:nvPr/>
          </p:nvGrpSpPr>
          <p:grpSpPr>
            <a:xfrm rot="5400000">
              <a:off x="-4220" y="7538"/>
              <a:ext cx="3240" cy="580"/>
              <a:chOff x="4326" y="2121"/>
              <a:chExt cx="3240" cy="580"/>
            </a:xfrm>
          </p:grpSpPr>
          <p:sp>
            <p:nvSpPr>
              <p:cNvPr id="238" name="圆角矩形 237"/>
              <p:cNvSpPr/>
              <p:nvPr/>
            </p:nvSpPr>
            <p:spPr>
              <a:xfrm>
                <a:off x="4326" y="2121"/>
                <a:ext cx="3240" cy="580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zh-CN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39" name="文本框 238"/>
                  <p:cNvSpPr txBox="1"/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𝝉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𝟐</m:t>
                            </m:r>
                          </m:sub>
                        </m:sSub>
                      </m:oMath>
                    </a14:m>
                    <a:r>
                      <a:rPr lang="en-US" altLang="zh-CN" sz="1400" b="1"/>
                      <a:t> Threshold</a:t>
                    </a:r>
                    <a:endParaRPr lang="en-US" altLang="zh-CN" sz="1400" b="1"/>
                  </a:p>
                </p:txBody>
              </p:sp>
            </mc:Choice>
            <mc:Fallback>
              <p:sp>
                <p:nvSpPr>
                  <p:cNvPr id="239" name="文本框 2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0" y="2154"/>
                    <a:ext cx="2154" cy="483"/>
                  </a:xfrm>
                  <a:prstGeom prst="rect">
                    <a:avLst/>
                  </a:prstGeom>
                  <a:blipFill rotWithShape="1">
                    <a:blip r:embed="rId5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240" name="图片 239"/>
            <p:cNvPicPr/>
            <p:nvPr/>
          </p:nvPicPr>
          <p:blipFill>
            <a:blip r:embed="rId58"/>
            <a:stretch>
              <a:fillRect/>
            </a:stretch>
          </p:blipFill>
          <p:spPr>
            <a:xfrm>
              <a:off x="-5950" y="8879"/>
              <a:ext cx="2353" cy="1548"/>
            </a:xfrm>
            <a:prstGeom prst="rect">
              <a:avLst/>
            </a:prstGeom>
          </p:spPr>
        </p:pic>
        <p:pic>
          <p:nvPicPr>
            <p:cNvPr id="241" name="图片 240"/>
            <p:cNvPicPr/>
            <p:nvPr/>
          </p:nvPicPr>
          <p:blipFill>
            <a:blip r:embed="rId59"/>
            <a:stretch>
              <a:fillRect/>
            </a:stretch>
          </p:blipFill>
          <p:spPr>
            <a:xfrm>
              <a:off x="-5950" y="7087"/>
              <a:ext cx="2353" cy="1548"/>
            </a:xfrm>
            <a:prstGeom prst="rect">
              <a:avLst/>
            </a:prstGeom>
          </p:spPr>
        </p:pic>
        <p:pic>
          <p:nvPicPr>
            <p:cNvPr id="242" name="图片 241"/>
            <p:cNvPicPr/>
            <p:nvPr/>
          </p:nvPicPr>
          <p:blipFill>
            <a:blip r:embed="rId60"/>
            <a:stretch>
              <a:fillRect/>
            </a:stretch>
          </p:blipFill>
          <p:spPr>
            <a:xfrm>
              <a:off x="-5950" y="5480"/>
              <a:ext cx="2353" cy="1548"/>
            </a:xfrm>
            <a:prstGeom prst="rect">
              <a:avLst/>
            </a:prstGeom>
          </p:spPr>
        </p:pic>
        <p:sp>
          <p:nvSpPr>
            <p:cNvPr id="243" name="圆角矩形 242"/>
            <p:cNvSpPr/>
            <p:nvPr/>
          </p:nvSpPr>
          <p:spPr>
            <a:xfrm>
              <a:off x="-6296" y="5258"/>
              <a:ext cx="16779" cy="5362"/>
            </a:xfrm>
            <a:prstGeom prst="roundRect">
              <a:avLst>
                <a:gd name="adj" fmla="val 7621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45" name="直接箭头连接符 244"/>
            <p:cNvCxnSpPr/>
            <p:nvPr/>
          </p:nvCxnSpPr>
          <p:spPr>
            <a:xfrm flipH="1">
              <a:off x="-3516" y="7955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47" name="圆角矩形 246"/>
            <p:cNvSpPr/>
            <p:nvPr/>
          </p:nvSpPr>
          <p:spPr>
            <a:xfrm>
              <a:off x="-6018" y="5432"/>
              <a:ext cx="2502" cy="5071"/>
            </a:xfrm>
            <a:prstGeom prst="roundRect">
              <a:avLst>
                <a:gd name="adj" fmla="val 4636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50" name="曲线连接符 249"/>
            <p:cNvCxnSpPr/>
            <p:nvPr/>
          </p:nvCxnSpPr>
          <p:spPr>
            <a:xfrm rot="16200000" flipV="1">
              <a:off x="8572" y="8497"/>
              <a:ext cx="272" cy="879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3" name="文本框 252"/>
            <p:cNvSpPr txBox="1"/>
            <p:nvPr/>
          </p:nvSpPr>
          <p:spPr>
            <a:xfrm>
              <a:off x="8960" y="6274"/>
              <a:ext cx="45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cxnSp>
          <p:nvCxnSpPr>
            <p:cNvPr id="256" name="曲线连接符 255"/>
            <p:cNvCxnSpPr>
              <a:stCxn id="257" idx="2"/>
            </p:cNvCxnSpPr>
            <p:nvPr/>
          </p:nvCxnSpPr>
          <p:spPr>
            <a:xfrm rot="5400000">
              <a:off x="8359" y="6705"/>
              <a:ext cx="685" cy="982"/>
            </a:xfrm>
            <a:prstGeom prst="curvedConnector2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7" name="文本框 256"/>
            <p:cNvSpPr txBox="1"/>
            <p:nvPr/>
          </p:nvSpPr>
          <p:spPr>
            <a:xfrm>
              <a:off x="8873" y="6274"/>
              <a:ext cx="63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sp>
          <p:nvSpPr>
            <p:cNvPr id="3" name="文本框 2"/>
            <p:cNvSpPr txBox="1"/>
            <p:nvPr>
              <p:custDataLst>
                <p:tags r:id="rId61"/>
              </p:custDataLst>
            </p:nvPr>
          </p:nvSpPr>
          <p:spPr>
            <a:xfrm>
              <a:off x="5768" y="3747"/>
              <a:ext cx="174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...</a:t>
              </a:r>
              <a:endParaRPr lang="en-US" altLang="zh-CN"/>
            </a:p>
          </p:txBody>
        </p:sp>
        <p:grpSp>
          <p:nvGrpSpPr>
            <p:cNvPr id="227" name="组合 226"/>
            <p:cNvGrpSpPr/>
            <p:nvPr/>
          </p:nvGrpSpPr>
          <p:grpSpPr>
            <a:xfrm rot="0">
              <a:off x="12185" y="9108"/>
              <a:ext cx="1553" cy="1066"/>
              <a:chOff x="11470" y="8628"/>
              <a:chExt cx="1553" cy="1066"/>
            </a:xfrm>
          </p:grpSpPr>
          <p:pic>
            <p:nvPicPr>
              <p:cNvPr id="217" name="图片 216"/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1470" y="8762"/>
                <a:ext cx="1420" cy="933"/>
              </a:xfrm>
              <a:prstGeom prst="rect">
                <a:avLst/>
              </a:prstGeom>
            </p:spPr>
          </p:pic>
          <p:pic>
            <p:nvPicPr>
              <p:cNvPr id="210" name="图片 209"/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1539" y="8710"/>
                <a:ext cx="1414" cy="933"/>
              </a:xfrm>
              <a:prstGeom prst="rect">
                <a:avLst/>
              </a:prstGeom>
            </p:spPr>
          </p:pic>
          <p:pic>
            <p:nvPicPr>
              <p:cNvPr id="215" name="图片 214"/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09" y="8628"/>
                <a:ext cx="1414" cy="932"/>
              </a:xfrm>
              <a:prstGeom prst="rect">
                <a:avLst/>
              </a:prstGeom>
            </p:spPr>
          </p:pic>
        </p:grpSp>
        <p:sp>
          <p:nvSpPr>
            <p:cNvPr id="218" name="文本框 217"/>
            <p:cNvSpPr txBox="1"/>
            <p:nvPr/>
          </p:nvSpPr>
          <p:spPr>
            <a:xfrm>
              <a:off x="11430" y="8587"/>
              <a:ext cx="3264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/>
                <a:t>Noisy initial responses</a:t>
              </a:r>
              <a:endParaRPr lang="en-US" altLang="zh-CN" b="1"/>
            </a:p>
          </p:txBody>
        </p:sp>
        <p:sp>
          <p:nvSpPr>
            <p:cNvPr id="226" name="矩形 225"/>
            <p:cNvSpPr/>
            <p:nvPr>
              <p:custDataLst>
                <p:tags r:id="rId62"/>
              </p:custDataLst>
            </p:nvPr>
          </p:nvSpPr>
          <p:spPr>
            <a:xfrm>
              <a:off x="11492" y="8540"/>
              <a:ext cx="2940" cy="1827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31" name="直接箭头连接符 230"/>
            <p:cNvCxnSpPr>
              <a:endCxn id="136" idx="5"/>
            </p:cNvCxnSpPr>
            <p:nvPr/>
          </p:nvCxnSpPr>
          <p:spPr>
            <a:xfrm flipH="1" flipV="1">
              <a:off x="9341" y="9232"/>
              <a:ext cx="2155" cy="5"/>
            </a:xfrm>
            <a:prstGeom prst="straightConnector1">
              <a:avLst/>
            </a:prstGeom>
            <a:ln w="28575" cmpd="sng">
              <a:solidFill>
                <a:srgbClr val="00B050"/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9" name="文本框 128"/>
            <p:cNvSpPr txBox="1"/>
            <p:nvPr/>
          </p:nvSpPr>
          <p:spPr>
            <a:xfrm>
              <a:off x="12713" y="342"/>
              <a:ext cx="1997" cy="441"/>
            </a:xfrm>
            <a:prstGeom prst="rect">
              <a:avLst/>
            </a:prstGeom>
          </p:spPr>
          <p:txBody>
            <a:bodyPr>
              <a:noAutofit/>
            </a:bodyPr>
            <a:p>
              <a:r>
                <a:rPr lang="en-US" altLang="zh-CN" sz="1600"/>
                <a:t>agreement</a:t>
              </a:r>
              <a:endParaRPr lang="en-US" altLang="zh-CN" sz="160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文本框 192"/>
                <p:cNvSpPr txBox="1"/>
                <p:nvPr/>
              </p:nvSpPr>
              <p:spPr>
                <a:xfrm>
                  <a:off x="-1385" y="6425"/>
                  <a:ext cx="1054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𝑭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193" name="文本框 1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385" y="6425"/>
                  <a:ext cx="1054" cy="580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5" name="直接箭头连接符 194"/>
            <p:cNvCxnSpPr/>
            <p:nvPr/>
          </p:nvCxnSpPr>
          <p:spPr>
            <a:xfrm flipH="1">
              <a:off x="-1539" y="6671"/>
              <a:ext cx="494" cy="5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/>
          </p:nvCxnSpPr>
          <p:spPr>
            <a:xfrm flipH="1">
              <a:off x="8066" y="7878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8" name="直接连接符 177"/>
            <p:cNvCxnSpPr/>
            <p:nvPr/>
          </p:nvCxnSpPr>
          <p:spPr>
            <a:xfrm flipH="1">
              <a:off x="8066" y="7635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直接连接符 181"/>
            <p:cNvCxnSpPr/>
            <p:nvPr/>
          </p:nvCxnSpPr>
          <p:spPr>
            <a:xfrm flipH="1">
              <a:off x="8066" y="737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/>
            <p:nvPr/>
          </p:nvCxnSpPr>
          <p:spPr>
            <a:xfrm flipH="1">
              <a:off x="8066" y="7155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3" name="直接连接符 232"/>
            <p:cNvCxnSpPr/>
            <p:nvPr/>
          </p:nvCxnSpPr>
          <p:spPr>
            <a:xfrm flipH="1">
              <a:off x="8066" y="6907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4" name="直接连接符 233"/>
            <p:cNvCxnSpPr/>
            <p:nvPr/>
          </p:nvCxnSpPr>
          <p:spPr>
            <a:xfrm flipH="1">
              <a:off x="8066" y="896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5" name="直接连接符 234"/>
            <p:cNvCxnSpPr/>
            <p:nvPr/>
          </p:nvCxnSpPr>
          <p:spPr>
            <a:xfrm flipH="1">
              <a:off x="8066" y="868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 flipH="1">
              <a:off x="8066" y="8417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 flipH="1">
              <a:off x="8066" y="8149"/>
              <a:ext cx="89" cy="2"/>
            </a:xfrm>
            <a:prstGeom prst="line">
              <a:avLst/>
            </a:prstGeom>
            <a:ln w="28575" cmpd="sng">
              <a:solidFill>
                <a:srgbClr val="1B7B3C">
                  <a:alpha val="70000"/>
                </a:srgbClr>
              </a:solidFill>
              <a:prstDash val="soli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270" name="图片 269" descr="b4dc237dba15410b7b6c703759243099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11356340" y="-421640"/>
            <a:ext cx="97155" cy="151765"/>
          </a:xfrm>
          <a:prstGeom prst="rect">
            <a:avLst/>
          </a:prstGeom>
        </p:spPr>
      </p:pic>
    </p:spTree>
    <p:custDataLst>
      <p:tags r:id="rId6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484880" y="-7170420"/>
            <a:ext cx="5105400" cy="10820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08710" y="-8953500"/>
            <a:ext cx="548640" cy="1783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2300" y="-8138160"/>
            <a:ext cx="2217420" cy="254508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2780" y="-5737860"/>
            <a:ext cx="1790700" cy="396240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5"/>
          <a:stretch>
            <a:fillRect/>
          </a:stretch>
        </p:blipFill>
        <p:spPr>
          <a:xfrm>
            <a:off x="3462655" y="-10529570"/>
            <a:ext cx="9753600" cy="5314950"/>
          </a:xfrm>
          <a:prstGeom prst="rect">
            <a:avLst/>
          </a:prstGeom>
        </p:spPr>
      </p:pic>
      <p:pic>
        <p:nvPicPr>
          <p:cNvPr id="23" name="图片 22"/>
          <p:cNvPicPr/>
          <p:nvPr/>
        </p:nvPicPr>
        <p:blipFill>
          <a:blip r:embed="rId6"/>
          <a:stretch>
            <a:fillRect/>
          </a:stretch>
        </p:blipFill>
        <p:spPr>
          <a:xfrm>
            <a:off x="1620520" y="-11779250"/>
            <a:ext cx="10443210" cy="5690870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8590" y="-10226040"/>
            <a:ext cx="10858500" cy="5280660"/>
          </a:xfrm>
          <a:prstGeom prst="rect">
            <a:avLst/>
          </a:prstGeom>
        </p:spPr>
      </p:pic>
      <p:pic>
        <p:nvPicPr>
          <p:cNvPr id="100" name="图片 9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092045" y="-6918960"/>
            <a:ext cx="1181100" cy="4564380"/>
          </a:xfrm>
          <a:prstGeom prst="rect">
            <a:avLst/>
          </a:prstGeom>
        </p:spPr>
      </p:pic>
      <p:pic>
        <p:nvPicPr>
          <p:cNvPr id="127" name="图片 1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89450" y="-3546475"/>
            <a:ext cx="2613660" cy="2872740"/>
          </a:xfrm>
          <a:prstGeom prst="rect">
            <a:avLst/>
          </a:prstGeom>
        </p:spPr>
      </p:pic>
      <p:sp>
        <p:nvSpPr>
          <p:cNvPr id="244" name="文本框 243"/>
          <p:cNvSpPr txBox="1"/>
          <p:nvPr>
            <p:custDataLst>
              <p:tags r:id="rId10"/>
            </p:custDataLst>
          </p:nvPr>
        </p:nvSpPr>
        <p:spPr>
          <a:xfrm>
            <a:off x="-6462395" y="7013575"/>
            <a:ext cx="11087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...</a:t>
            </a:r>
            <a:endParaRPr lang="en-US" altLang="zh-CN" sz="2400"/>
          </a:p>
        </p:txBody>
      </p:sp>
      <p:pic>
        <p:nvPicPr>
          <p:cNvPr id="240" name="图片 239"/>
          <p:cNvPicPr/>
          <p:nvPr/>
        </p:nvPicPr>
        <p:blipFill>
          <a:blip r:embed="rId11"/>
          <a:stretch>
            <a:fillRect/>
          </a:stretch>
        </p:blipFill>
        <p:spPr>
          <a:xfrm>
            <a:off x="-6968490" y="7422515"/>
            <a:ext cx="1494155" cy="982980"/>
          </a:xfrm>
          <a:prstGeom prst="rect">
            <a:avLst/>
          </a:prstGeom>
        </p:spPr>
      </p:pic>
      <p:pic>
        <p:nvPicPr>
          <p:cNvPr id="241" name="图片 240"/>
          <p:cNvPicPr/>
          <p:nvPr/>
        </p:nvPicPr>
        <p:blipFill>
          <a:blip r:embed="rId12"/>
          <a:stretch>
            <a:fillRect/>
          </a:stretch>
        </p:blipFill>
        <p:spPr>
          <a:xfrm>
            <a:off x="-6968490" y="6284595"/>
            <a:ext cx="1494155" cy="982980"/>
          </a:xfrm>
          <a:prstGeom prst="rect">
            <a:avLst/>
          </a:prstGeom>
        </p:spPr>
      </p:pic>
      <p:pic>
        <p:nvPicPr>
          <p:cNvPr id="242" name="图片 241"/>
          <p:cNvPicPr/>
          <p:nvPr/>
        </p:nvPicPr>
        <p:blipFill>
          <a:blip r:embed="rId13"/>
          <a:stretch>
            <a:fillRect/>
          </a:stretch>
        </p:blipFill>
        <p:spPr>
          <a:xfrm>
            <a:off x="-6968490" y="5264150"/>
            <a:ext cx="1494155" cy="982980"/>
          </a:xfrm>
          <a:prstGeom prst="rect">
            <a:avLst/>
          </a:prstGeom>
        </p:spPr>
      </p:pic>
      <p:sp>
        <p:nvSpPr>
          <p:cNvPr id="247" name="圆角矩形 246"/>
          <p:cNvSpPr/>
          <p:nvPr/>
        </p:nvSpPr>
        <p:spPr>
          <a:xfrm>
            <a:off x="-7011670" y="5233670"/>
            <a:ext cx="1588770" cy="3220085"/>
          </a:xfrm>
          <a:prstGeom prst="roundRect">
            <a:avLst>
              <a:gd name="adj" fmla="val 4636"/>
            </a:avLst>
          </a:prstGeom>
          <a:noFill/>
          <a:ln w="12700" cmpd="sng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375" name="组合 374"/>
          <p:cNvGrpSpPr/>
          <p:nvPr/>
        </p:nvGrpSpPr>
        <p:grpSpPr>
          <a:xfrm rot="0">
            <a:off x="-4737100" y="-1108710"/>
            <a:ext cx="16681450" cy="9254490"/>
            <a:chOff x="-7460" y="-1746"/>
            <a:chExt cx="26270" cy="14574"/>
          </a:xfrm>
        </p:grpSpPr>
        <p:sp>
          <p:nvSpPr>
            <p:cNvPr id="153" name="圆角矩形 152"/>
            <p:cNvSpPr/>
            <p:nvPr/>
          </p:nvSpPr>
          <p:spPr>
            <a:xfrm>
              <a:off x="-7460" y="-1746"/>
              <a:ext cx="25808" cy="14574"/>
            </a:xfrm>
            <a:prstGeom prst="roundRect">
              <a:avLst>
                <a:gd name="adj" fmla="val 444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9" name="圆角矩形 328"/>
            <p:cNvSpPr/>
            <p:nvPr/>
          </p:nvSpPr>
          <p:spPr>
            <a:xfrm>
              <a:off x="3818" y="1560"/>
              <a:ext cx="2502" cy="989"/>
            </a:xfrm>
            <a:prstGeom prst="round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圆角矩形 13"/>
            <p:cNvSpPr/>
            <p:nvPr/>
          </p:nvSpPr>
          <p:spPr>
            <a:xfrm>
              <a:off x="-7230" y="-1572"/>
              <a:ext cx="16699" cy="9271"/>
            </a:xfrm>
            <a:prstGeom prst="roundRect">
              <a:avLst>
                <a:gd name="adj" fmla="val 3893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pic>
          <p:nvPicPr>
            <p:cNvPr id="26" name="图片 25"/>
            <p:cNvPicPr/>
            <p:nvPr/>
          </p:nvPicPr>
          <p:blipFill>
            <a:blip r:embed="rId14"/>
            <a:stretch>
              <a:fillRect/>
            </a:stretch>
          </p:blipFill>
          <p:spPr>
            <a:xfrm>
              <a:off x="-6733" y="2092"/>
              <a:ext cx="3172" cy="2073"/>
            </a:xfrm>
            <a:prstGeom prst="rect">
              <a:avLst/>
            </a:prstGeom>
          </p:spPr>
        </p:pic>
        <p:pic>
          <p:nvPicPr>
            <p:cNvPr id="25" name="图片 24"/>
            <p:cNvPicPr/>
            <p:nvPr/>
          </p:nvPicPr>
          <p:blipFill>
            <a:blip r:embed="rId15"/>
            <a:stretch>
              <a:fillRect/>
            </a:stretch>
          </p:blipFill>
          <p:spPr>
            <a:xfrm>
              <a:off x="-6733" y="-104"/>
              <a:ext cx="3172" cy="2091"/>
            </a:xfrm>
            <a:prstGeom prst="rect">
              <a:avLst/>
            </a:prstGeom>
          </p:spPr>
        </p:pic>
        <p:sp>
          <p:nvSpPr>
            <p:cNvPr id="12" name="流程图: 手动操作 11"/>
            <p:cNvSpPr/>
            <p:nvPr>
              <p:custDataLst>
                <p:tags r:id="rId16"/>
              </p:custDataLst>
            </p:nvPr>
          </p:nvSpPr>
          <p:spPr>
            <a:xfrm rot="16200000">
              <a:off x="-3632" y="2587"/>
              <a:ext cx="2527" cy="1328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>
              <p:custDataLst>
                <p:tags r:id="rId17"/>
              </p:custDataLst>
            </p:nvPr>
          </p:nvSpPr>
          <p:spPr>
            <a:xfrm>
              <a:off x="-3096" y="2813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ViT </a:t>
              </a:r>
              <a:endParaRPr lang="en-US" altLang="zh-CN" sz="1600" b="1"/>
            </a:p>
            <a:p>
              <a:r>
                <a:rPr lang="en-US" altLang="zh-CN" sz="1600" b="1"/>
                <a:t>Encoder</a:t>
              </a:r>
              <a:endParaRPr lang="en-US" altLang="zh-CN" sz="1600" b="1"/>
            </a:p>
          </p:txBody>
        </p:sp>
        <p:sp>
          <p:nvSpPr>
            <p:cNvPr id="18" name="文本框 17"/>
            <p:cNvSpPr txBox="1"/>
            <p:nvPr>
              <p:custDataLst>
                <p:tags r:id="rId18"/>
              </p:custDataLst>
            </p:nvPr>
          </p:nvSpPr>
          <p:spPr>
            <a:xfrm rot="5400000">
              <a:off x="-5871" y="4595"/>
              <a:ext cx="1746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400"/>
                <a:t>...</a:t>
              </a:r>
              <a:endParaRPr lang="en-US" altLang="zh-CN" sz="2400"/>
            </a:p>
          </p:txBody>
        </p:sp>
        <p:sp>
          <p:nvSpPr>
            <p:cNvPr id="19" name="矩形 18"/>
            <p:cNvSpPr/>
            <p:nvPr>
              <p:custDataLst>
                <p:tags r:id="rId19"/>
              </p:custDataLst>
            </p:nvPr>
          </p:nvSpPr>
          <p:spPr>
            <a:xfrm>
              <a:off x="-6914" y="-256"/>
              <a:ext cx="3527" cy="7262"/>
            </a:xfrm>
            <a:prstGeom prst="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21" name="直接箭头连接符 20"/>
            <p:cNvCxnSpPr/>
            <p:nvPr>
              <p:custDataLst>
                <p:tags r:id="rId20"/>
              </p:custDataLst>
            </p:nvPr>
          </p:nvCxnSpPr>
          <p:spPr>
            <a:xfrm flipV="1">
              <a:off x="-3561" y="3250"/>
              <a:ext cx="529" cy="2"/>
            </a:xfrm>
            <a:prstGeom prst="straightConnector1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0" name="流程图: 手动操作 39"/>
            <p:cNvSpPr/>
            <p:nvPr>
              <p:custDataLst>
                <p:tags r:id="rId21"/>
              </p:custDataLst>
            </p:nvPr>
          </p:nvSpPr>
          <p:spPr>
            <a:xfrm rot="16200000">
              <a:off x="827" y="1976"/>
              <a:ext cx="2527" cy="2549"/>
            </a:xfrm>
            <a:prstGeom prst="flowChartManualOperation">
              <a:avLst/>
            </a:prstGeom>
            <a:solidFill>
              <a:srgbClr val="DBDBDB"/>
            </a:solidFill>
            <a:ln w="12700" cmpd="sng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/>
            <p:nvPr/>
          </p:nvPicPr>
          <p:blipFill>
            <a:blip r:embed="rId22">
              <a:alphaModFix amt="60000"/>
            </a:blip>
            <a:stretch>
              <a:fillRect/>
            </a:stretch>
          </p:blipFill>
          <p:spPr>
            <a:xfrm>
              <a:off x="1239" y="2516"/>
              <a:ext cx="1662" cy="153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>
                  <p:custDataLst>
                    <p:tags r:id="rId23"/>
                  </p:custDataLst>
                </p:nvPr>
              </p:nvSpPr>
              <p:spPr>
                <a:xfrm>
                  <a:off x="-2176" y="4250"/>
                  <a:ext cx="3688" cy="8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>
                    <a:lnSpc>
                      <a:spcPct val="80000"/>
                    </a:lnSpc>
                  </a:pPr>
                  <a:r>
                    <a:t>Patch Features</a:t>
                  </a:r>
                  <a:r>
                    <a:rPr lang="en-US"/>
                    <a:t> </a:t>
                  </a:r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endParaRPr lang="en-US" altLang="zh-CN" b="1"/>
                </a:p>
                <a:p>
                  <a:pPr>
                    <a:lnSpc>
                      <a:spcPct val="80000"/>
                    </a:lnSpc>
                  </a:pPr>
                  <a:r>
                    <a:rPr lang="en-US" altLang="zh-CN"/>
                    <a:t>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4"/>
                  </p:custDataLst>
                </p:nvPr>
              </p:nvSpPr>
              <p:spPr>
                <a:xfrm>
                  <a:off x="-2176" y="4250"/>
                  <a:ext cx="3688" cy="840"/>
                </a:xfrm>
                <a:prstGeom prst="rect">
                  <a:avLst/>
                </a:prstGeom>
                <a:blipFill rotWithShape="1">
                  <a:blip r:embed="rId2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本框 42"/>
            <p:cNvSpPr txBox="1"/>
            <p:nvPr>
              <p:custDataLst>
                <p:tags r:id="rId26"/>
              </p:custDataLst>
            </p:nvPr>
          </p:nvSpPr>
          <p:spPr>
            <a:xfrm>
              <a:off x="675" y="2612"/>
              <a:ext cx="4235" cy="107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 b="1"/>
                <a:t>    Patch-level</a:t>
              </a:r>
              <a:endParaRPr lang="en-US" altLang="zh-CN" sz="1600" b="1"/>
            </a:p>
            <a:p>
              <a:r>
                <a:rPr lang="en-US" altLang="zh-CN" sz="1600" b="1"/>
                <a:t>Correspondence</a:t>
              </a:r>
              <a:endParaRPr lang="en-US" altLang="zh-CN" sz="1600" b="1"/>
            </a:p>
            <a:p>
              <a:r>
                <a:rPr lang="en-US" altLang="zh-CN" sz="1600" b="1"/>
                <a:t> Cross-attention</a:t>
              </a:r>
              <a:endParaRPr lang="en-US" altLang="zh-CN" sz="1600" b="1"/>
            </a:p>
          </p:txBody>
        </p:sp>
        <p:cxnSp>
          <p:nvCxnSpPr>
            <p:cNvPr id="48" name="肘形连接符 47"/>
            <p:cNvCxnSpPr/>
            <p:nvPr>
              <p:custDataLst>
                <p:tags r:id="rId27"/>
              </p:custDataLst>
            </p:nvPr>
          </p:nvCxnSpPr>
          <p:spPr>
            <a:xfrm flipV="1">
              <a:off x="-1710" y="3249"/>
              <a:ext cx="529" cy="2"/>
            </a:xfrm>
            <a:prstGeom prst="bentConnector3">
              <a:avLst>
                <a:gd name="adj1" fmla="val 5009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肘形连接符 49"/>
            <p:cNvCxnSpPr/>
            <p:nvPr>
              <p:custDataLst>
                <p:tags r:id="rId28"/>
              </p:custDataLst>
            </p:nvPr>
          </p:nvCxnSpPr>
          <p:spPr>
            <a:xfrm>
              <a:off x="355" y="3253"/>
              <a:ext cx="461" cy="5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" name="圆角矩形 5"/>
            <p:cNvSpPr/>
            <p:nvPr/>
          </p:nvSpPr>
          <p:spPr>
            <a:xfrm>
              <a:off x="7847" y="1327"/>
              <a:ext cx="1458" cy="5069"/>
            </a:xfrm>
            <a:prstGeom prst="roundRect">
              <a:avLst/>
            </a:prstGeom>
            <a:noFill/>
            <a:ln w="12700" cmpd="sng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cxnSp>
          <p:nvCxnSpPr>
            <p:cNvPr id="28" name="肘形连接符 27"/>
            <p:cNvCxnSpPr/>
            <p:nvPr/>
          </p:nvCxnSpPr>
          <p:spPr>
            <a:xfrm rot="16200000">
              <a:off x="3518" y="-2358"/>
              <a:ext cx="1138" cy="8979"/>
            </a:xfrm>
            <a:prstGeom prst="bentConnector3">
              <a:avLst>
                <a:gd name="adj1" fmla="val 294244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9" name="肘形连接符 28"/>
            <p:cNvCxnSpPr>
              <a:stCxn id="330" idx="3"/>
              <a:endCxn id="103" idx="1"/>
            </p:cNvCxnSpPr>
            <p:nvPr/>
          </p:nvCxnSpPr>
          <p:spPr>
            <a:xfrm>
              <a:off x="6116" y="3519"/>
              <a:ext cx="1911" cy="896"/>
            </a:xfrm>
            <a:prstGeom prst="bentConnector3">
              <a:avLst>
                <a:gd name="adj1" fmla="val 50026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6" name="组合 45"/>
            <p:cNvGrpSpPr/>
            <p:nvPr/>
          </p:nvGrpSpPr>
          <p:grpSpPr>
            <a:xfrm rot="0">
              <a:off x="8317" y="1562"/>
              <a:ext cx="512" cy="1322"/>
              <a:chOff x="17534" y="1746"/>
              <a:chExt cx="503" cy="1322"/>
            </a:xfrm>
          </p:grpSpPr>
          <p:sp>
            <p:nvSpPr>
              <p:cNvPr id="22" name="圆角矩形 21"/>
              <p:cNvSpPr/>
              <p:nvPr/>
            </p:nvSpPr>
            <p:spPr>
              <a:xfrm>
                <a:off x="17534" y="1746"/>
                <a:ext cx="503" cy="1323"/>
              </a:xfrm>
              <a:prstGeom prst="roundRect">
                <a:avLst/>
              </a:prstGeom>
              <a:solidFill>
                <a:srgbClr val="9DC3E6"/>
              </a:solidFill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en-US" altLang="zh-CN">
                  <a:solidFill>
                    <a:schemeClr val="tx1"/>
                  </a:solidFill>
                  <a:sym typeface="+mn-ea"/>
                </a:endParaRPr>
              </a:p>
            </p:txBody>
          </p:sp>
          <p:cxnSp>
            <p:nvCxnSpPr>
              <p:cNvPr id="30" name="直接连接符 29"/>
              <p:cNvCxnSpPr/>
              <p:nvPr/>
            </p:nvCxnSpPr>
            <p:spPr>
              <a:xfrm flipH="1">
                <a:off x="17534" y="201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连接符 38"/>
              <p:cNvCxnSpPr/>
              <p:nvPr/>
            </p:nvCxnSpPr>
            <p:spPr>
              <a:xfrm flipH="1">
                <a:off x="17543" y="2275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连接符 43"/>
              <p:cNvCxnSpPr/>
              <p:nvPr/>
            </p:nvCxnSpPr>
            <p:spPr>
              <a:xfrm flipH="1">
                <a:off x="17543" y="2534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 flipH="1">
                <a:off x="17534" y="2792"/>
                <a:ext cx="49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7721" y="3036"/>
                  <a:ext cx="3183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r>
                        <a:rPr lang="en-US" altLang="zh-CN" b="1" i="1">
                          <a:latin typeface="Cambria Math" panose="02040503050406030204" charset="0"/>
                          <a:cs typeface="Cambria Math" panose="02040503050406030204" charset="0"/>
                        </a:rPr>
                        <m:t>𝑭</m:t>
                      </m:r>
                    </m:oMath>
                  </a14:m>
                  <a:r>
                    <a:rPr lang="en-US" altLang="zh-CN"/>
                    <a:t>:patch </a:t>
                  </a:r>
                  <a:endParaRPr lang="en-US" altLang="zh-CN"/>
                </a:p>
                <a:p>
                  <a:r>
                    <a:rPr lang="en-US" altLang="zh-CN"/>
                    <a:t>features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" y="3036"/>
                  <a:ext cx="3183" cy="1016"/>
                </a:xfrm>
                <a:prstGeom prst="rect">
                  <a:avLst/>
                </a:prstGeom>
                <a:blipFill rotWithShape="1">
                  <a:blip r:embed="rId2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文本框 51"/>
                <p:cNvSpPr txBox="1"/>
                <p:nvPr/>
              </p:nvSpPr>
              <p:spPr>
                <a:xfrm>
                  <a:off x="7749" y="5313"/>
                  <a:ext cx="2042" cy="14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𝒏</m:t>
                          </m:r>
                        </m:sub>
                      </m:sSub>
                    </m:oMath>
                  </a14:m>
                  <a:r>
                    <a:rPr lang="en-US" altLang="zh-CN">
                      <a:sym typeface="+mn-ea"/>
                    </a:rPr>
                    <a:t>:</a:t>
                  </a:r>
                  <a:r>
                    <a:rPr lang="en-US" altLang="zh-CN"/>
                    <a:t>Initial Masks</a:t>
                  </a:r>
                  <a:endParaRPr lang="en-US" altLang="zh-CN"/>
                </a:p>
                <a:p>
                  <a:r>
                    <a:rPr lang="en-US" altLang="zh-CN"/>
                    <a:t>   </a:t>
                  </a:r>
                  <a:endParaRPr lang="en-US" altLang="zh-CN"/>
                </a:p>
              </p:txBody>
            </p:sp>
          </mc:Choice>
          <mc:Fallback>
            <p:sp>
              <p:nvSpPr>
                <p:cNvPr id="52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49" y="5313"/>
                  <a:ext cx="2042" cy="1452"/>
                </a:xfrm>
                <a:prstGeom prst="rect">
                  <a:avLst/>
                </a:prstGeom>
                <a:blipFill rotWithShape="1">
                  <a:blip r:embed="rId3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文本框 52"/>
            <p:cNvSpPr txBox="1"/>
            <p:nvPr/>
          </p:nvSpPr>
          <p:spPr>
            <a:xfrm>
              <a:off x="-6439" y="-839"/>
              <a:ext cx="278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Image Group</a:t>
              </a:r>
              <a:endParaRPr lang="en-US" altLang="zh-CN" b="1"/>
            </a:p>
          </p:txBody>
        </p:sp>
        <p:grpSp>
          <p:nvGrpSpPr>
            <p:cNvPr id="71" name="组合 70"/>
            <p:cNvGrpSpPr/>
            <p:nvPr/>
          </p:nvGrpSpPr>
          <p:grpSpPr>
            <a:xfrm rot="0">
              <a:off x="-1177" y="2465"/>
              <a:ext cx="1548" cy="1605"/>
              <a:chOff x="6022" y="2993"/>
              <a:chExt cx="1548" cy="1605"/>
            </a:xfrm>
            <a:solidFill>
              <a:schemeClr val="bg1"/>
            </a:solidFill>
          </p:grpSpPr>
          <p:sp>
            <p:nvSpPr>
              <p:cNvPr id="72" name="矩形 7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矩形 7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6" name="矩形 7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7" name="矩形 7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9" name="矩形 7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1" name="矩形 8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2" name="矩形 8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5" name="矩形 8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6" name="矩形 8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7" name="矩形 8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8" name="矩形 8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矩形 9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矩形 9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矩形 9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95" name="矩形 9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grpFill/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6" name="矩形 9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9DC3E6"/>
              </a:solidFill>
              <a:ln w="28575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98" name="文本框 97"/>
            <p:cNvSpPr txBox="1"/>
            <p:nvPr/>
          </p:nvSpPr>
          <p:spPr>
            <a:xfrm>
              <a:off x="3571" y="-929"/>
              <a:ext cx="447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 </a:t>
              </a:r>
              <a:endParaRPr lang="en-US" altLang="zh-CN" b="1"/>
            </a:p>
          </p:txBody>
        </p:sp>
        <p:grpSp>
          <p:nvGrpSpPr>
            <p:cNvPr id="101" name="组合 100"/>
            <p:cNvGrpSpPr/>
            <p:nvPr/>
          </p:nvGrpSpPr>
          <p:grpSpPr>
            <a:xfrm rot="0">
              <a:off x="8027" y="4084"/>
              <a:ext cx="1085" cy="1124"/>
              <a:chOff x="6022" y="2993"/>
              <a:chExt cx="1548" cy="1604"/>
            </a:xfrm>
            <a:solidFill>
              <a:schemeClr val="bg1"/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6022" y="2993"/>
                <a:ext cx="270" cy="285"/>
              </a:xfrm>
              <a:prstGeom prst="rect">
                <a:avLst/>
              </a:prstGeom>
              <a:solidFill>
                <a:srgbClr val="2F37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6022" y="3323"/>
                <a:ext cx="270" cy="285"/>
              </a:xfrm>
              <a:prstGeom prst="rect">
                <a:avLst/>
              </a:prstGeom>
              <a:solidFill>
                <a:srgbClr val="28BBE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6022" y="3653"/>
                <a:ext cx="270" cy="285"/>
              </a:xfrm>
              <a:prstGeom prst="rect">
                <a:avLst/>
              </a:prstGeom>
              <a:solidFill>
                <a:srgbClr val="A9F26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6022" y="3983"/>
                <a:ext cx="270" cy="285"/>
              </a:xfrm>
              <a:prstGeom prst="rect">
                <a:avLst/>
              </a:prstGeom>
              <a:solidFill>
                <a:srgbClr val="5AEEA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6022" y="4313"/>
                <a:ext cx="270" cy="285"/>
              </a:xfrm>
              <a:prstGeom prst="rect">
                <a:avLst/>
              </a:prstGeom>
              <a:solidFill>
                <a:srgbClr val="3549D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6343" y="4313"/>
                <a:ext cx="270" cy="285"/>
              </a:xfrm>
              <a:prstGeom prst="rect">
                <a:avLst/>
              </a:prstGeom>
              <a:solidFill>
                <a:srgbClr val="5DEDB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6343" y="3983"/>
                <a:ext cx="270" cy="285"/>
              </a:xfrm>
              <a:prstGeom prst="rect">
                <a:avLst/>
              </a:prstGeom>
              <a:solidFill>
                <a:srgbClr val="F8822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6343" y="3653"/>
                <a:ext cx="270" cy="285"/>
              </a:xfrm>
              <a:prstGeom prst="rect">
                <a:avLst/>
              </a:prstGeom>
              <a:solidFill>
                <a:srgbClr val="D83B1E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6343" y="3323"/>
                <a:ext cx="270" cy="285"/>
              </a:xfrm>
              <a:prstGeom prst="rect">
                <a:avLst/>
              </a:prstGeom>
              <a:solidFill>
                <a:srgbClr val="FCCB2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6343" y="2993"/>
                <a:ext cx="270" cy="285"/>
              </a:xfrm>
              <a:prstGeom prst="rect">
                <a:avLst/>
              </a:prstGeom>
              <a:solidFill>
                <a:srgbClr val="2C8AF6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6661" y="2993"/>
                <a:ext cx="270" cy="285"/>
              </a:xfrm>
              <a:prstGeom prst="rect">
                <a:avLst/>
              </a:prstGeom>
              <a:solidFill>
                <a:srgbClr val="2BC2D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6661" y="3323"/>
                <a:ext cx="270" cy="285"/>
              </a:xfrm>
              <a:prstGeom prst="rect">
                <a:avLst/>
              </a:prstGeom>
              <a:solidFill>
                <a:srgbClr val="E8C349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6661" y="3653"/>
                <a:ext cx="270" cy="285"/>
              </a:xfrm>
              <a:prstGeom prst="rect">
                <a:avLst/>
              </a:prstGeom>
              <a:solidFill>
                <a:srgbClr val="AC170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6661" y="3983"/>
                <a:ext cx="270" cy="285"/>
              </a:xfrm>
              <a:prstGeom prst="rect">
                <a:avLst/>
              </a:prstGeom>
              <a:solidFill>
                <a:srgbClr val="F04D2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6661" y="4313"/>
                <a:ext cx="270" cy="285"/>
              </a:xfrm>
              <a:prstGeom prst="rect">
                <a:avLst/>
              </a:prstGeom>
              <a:solidFill>
                <a:srgbClr val="8FEE87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6982" y="4313"/>
                <a:ext cx="270" cy="285"/>
              </a:xfrm>
              <a:prstGeom prst="rect">
                <a:avLst/>
              </a:prstGeom>
              <a:solidFill>
                <a:srgbClr val="2D92F2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6982" y="3983"/>
                <a:ext cx="270" cy="285"/>
              </a:xfrm>
              <a:prstGeom prst="rect">
                <a:avLst/>
              </a:prstGeom>
              <a:solidFill>
                <a:srgbClr val="FB962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6982" y="3653"/>
                <a:ext cx="270" cy="285"/>
              </a:xfrm>
              <a:prstGeom prst="rect">
                <a:avLst/>
              </a:prstGeom>
              <a:solidFill>
                <a:srgbClr val="F5CF23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6982" y="3323"/>
                <a:ext cx="270" cy="285"/>
              </a:xfrm>
              <a:prstGeom prst="rect">
                <a:avLst/>
              </a:prstGeom>
              <a:solidFill>
                <a:srgbClr val="A3EF74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982" y="2993"/>
                <a:ext cx="270" cy="285"/>
              </a:xfrm>
              <a:prstGeom prst="rect">
                <a:avLst/>
              </a:prstGeom>
              <a:solidFill>
                <a:srgbClr val="357BF5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7300" y="4313"/>
                <a:ext cx="270" cy="285"/>
              </a:xfrm>
              <a:prstGeom prst="rect">
                <a:avLst/>
              </a:prstGeom>
              <a:solidFill>
                <a:srgbClr val="2F32AD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300" y="3983"/>
                <a:ext cx="270" cy="285"/>
              </a:xfrm>
              <a:prstGeom prst="rect">
                <a:avLst/>
              </a:prstGeom>
              <a:solidFill>
                <a:srgbClr val="40BCD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7300" y="3653"/>
                <a:ext cx="270" cy="285"/>
              </a:xfrm>
              <a:prstGeom prst="rect">
                <a:avLst/>
              </a:prstGeom>
              <a:solidFill>
                <a:srgbClr val="32ADEF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7300" y="3323"/>
                <a:ext cx="270" cy="285"/>
              </a:xfrm>
              <a:prstGeom prst="rect">
                <a:avLst/>
              </a:prstGeom>
              <a:solidFill>
                <a:srgbClr val="345DEA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7300" y="2993"/>
                <a:ext cx="270" cy="285"/>
              </a:xfrm>
              <a:prstGeom prst="rect">
                <a:avLst/>
              </a:prstGeom>
              <a:solidFill>
                <a:srgbClr val="1E2670"/>
              </a:solidFill>
              <a:ln w="22225" cap="sq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pic>
          <p:nvPicPr>
            <p:cNvPr id="31" name="图片 30"/>
            <p:cNvPicPr/>
            <p:nvPr/>
          </p:nvPicPr>
          <p:blipFill>
            <a:blip r:embed="rId31"/>
            <a:stretch>
              <a:fillRect/>
            </a:stretch>
          </p:blipFill>
          <p:spPr>
            <a:xfrm>
              <a:off x="-6732" y="4746"/>
              <a:ext cx="3171" cy="2072"/>
            </a:xfrm>
            <a:prstGeom prst="rect">
              <a:avLst/>
            </a:prstGeom>
          </p:spPr>
        </p:pic>
        <p:sp>
          <p:nvSpPr>
            <p:cNvPr id="16" name="文本框 15"/>
            <p:cNvSpPr txBox="1"/>
            <p:nvPr/>
          </p:nvSpPr>
          <p:spPr>
            <a:xfrm>
              <a:off x="3805" y="1605"/>
              <a:ext cx="2820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b="1"/>
                <a:t>Soft Respons</a:t>
              </a:r>
              <a:endParaRPr lang="en-US" altLang="zh-CN" b="1"/>
            </a:p>
            <a:p>
              <a:r>
                <a:rPr lang="en-US" altLang="zh-CN" b="1"/>
                <a:t>      Maps</a:t>
              </a:r>
              <a:endParaRPr lang="en-US" altLang="zh-CN" b="1"/>
            </a:p>
          </p:txBody>
        </p:sp>
        <p:sp>
          <p:nvSpPr>
            <p:cNvPr id="55" name="圆角矩形 54"/>
            <p:cNvSpPr/>
            <p:nvPr/>
          </p:nvSpPr>
          <p:spPr>
            <a:xfrm>
              <a:off x="9791" y="-1572"/>
              <a:ext cx="8333" cy="9271"/>
            </a:xfrm>
            <a:prstGeom prst="roundRect">
              <a:avLst>
                <a:gd name="adj" fmla="val 4371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243" name="圆角矩形 242"/>
            <p:cNvSpPr/>
            <p:nvPr/>
          </p:nvSpPr>
          <p:spPr>
            <a:xfrm>
              <a:off x="-7230" y="7813"/>
              <a:ext cx="25354" cy="4775"/>
            </a:xfrm>
            <a:prstGeom prst="roundRect">
              <a:avLst>
                <a:gd name="adj" fmla="val 7621"/>
              </a:avLst>
            </a:prstGeom>
            <a:noFill/>
            <a:ln w="12700" cmpd="sng"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grpSp>
          <p:nvGrpSpPr>
            <p:cNvPr id="251" name="组合 250"/>
            <p:cNvGrpSpPr/>
            <p:nvPr/>
          </p:nvGrpSpPr>
          <p:grpSpPr>
            <a:xfrm>
              <a:off x="10284" y="-1183"/>
              <a:ext cx="7664" cy="1028"/>
              <a:chOff x="10105" y="0"/>
              <a:chExt cx="7664" cy="1028"/>
            </a:xfrm>
          </p:grpSpPr>
          <p:sp>
            <p:nvSpPr>
              <p:cNvPr id="230" name="圆角矩形 229"/>
              <p:cNvSpPr/>
              <p:nvPr/>
            </p:nvSpPr>
            <p:spPr>
              <a:xfrm>
                <a:off x="10106" y="0"/>
                <a:ext cx="7662" cy="1029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32" name="文本框 231"/>
              <p:cNvSpPr txBox="1"/>
              <p:nvPr/>
            </p:nvSpPr>
            <p:spPr>
              <a:xfrm>
                <a:off x="10105" y="34"/>
                <a:ext cx="7664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             Initial Prototype Construction</a:t>
                </a:r>
                <a:endParaRPr lang="en-US" altLang="zh-CN" b="1"/>
              </a:p>
              <a:p>
                <a:r>
                  <a:rPr lang="en-US" altLang="zh-CN" sz="1600"/>
                  <a:t>weighted average over Stage-1 features and masks</a:t>
                </a:r>
                <a:endParaRPr lang="en-US" altLang="zh-CN" sz="160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5" name="立方体 254"/>
                <p:cNvSpPr/>
                <p:nvPr/>
              </p:nvSpPr>
              <p:spPr>
                <a:xfrm>
                  <a:off x="13757" y="288"/>
                  <a:ext cx="720" cy="720"/>
                </a:xfrm>
                <a:prstGeom prst="cube">
                  <a:avLst/>
                </a:prstGeom>
                <a:solidFill>
                  <a:srgbClr val="9DC3E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𝐏</m:t>
                        </m:r>
                      </m:oMath>
                    </m:oMathPara>
                  </a14:m>
                  <a:endParaRPr lang="en-US" altLang="zh-CN" b="1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55" name="立方体 2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7" y="288"/>
                  <a:ext cx="720" cy="720"/>
                </a:xfrm>
                <a:prstGeom prst="cube">
                  <a:avLst/>
                </a:prstGeom>
                <a:blipFill rotWithShape="1">
                  <a:blip r:embed="rId32"/>
                </a:blip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8" name="直接箭头连接符 257"/>
            <p:cNvCxnSpPr/>
            <p:nvPr/>
          </p:nvCxnSpPr>
          <p:spPr>
            <a:xfrm flipH="1">
              <a:off x="14116" y="-154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99" name="组合 298"/>
            <p:cNvGrpSpPr/>
            <p:nvPr/>
          </p:nvGrpSpPr>
          <p:grpSpPr>
            <a:xfrm>
              <a:off x="10312" y="1477"/>
              <a:ext cx="6488" cy="1028"/>
              <a:chOff x="10640" y="1852"/>
              <a:chExt cx="6488" cy="1028"/>
            </a:xfrm>
          </p:grpSpPr>
          <p:sp>
            <p:nvSpPr>
              <p:cNvPr id="263" name="圆角矩形 262"/>
              <p:cNvSpPr/>
              <p:nvPr/>
            </p:nvSpPr>
            <p:spPr>
              <a:xfrm>
                <a:off x="11668" y="1852"/>
                <a:ext cx="5460" cy="1029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64" name="文本框 263"/>
              <p:cNvSpPr txBox="1"/>
              <p:nvPr/>
            </p:nvSpPr>
            <p:spPr>
              <a:xfrm>
                <a:off x="10640" y="1870"/>
                <a:ext cx="6448" cy="9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             Correlation Map Estimation</a:t>
                </a:r>
                <a:endParaRPr lang="en-US" altLang="zh-CN" b="1"/>
              </a:p>
              <a:p>
                <a:r>
                  <a:rPr lang="en-US" altLang="zh-CN" sz="1600"/>
                  <a:t>               prototype-guided patch similarity</a:t>
                </a:r>
                <a:endParaRPr lang="en-US" altLang="zh-CN" sz="1600"/>
              </a:p>
            </p:txBody>
          </p:sp>
        </p:grpSp>
        <p:cxnSp>
          <p:nvCxnSpPr>
            <p:cNvPr id="269" name="直接箭头连接符 268"/>
            <p:cNvCxnSpPr/>
            <p:nvPr/>
          </p:nvCxnSpPr>
          <p:spPr>
            <a:xfrm flipH="1">
              <a:off x="14116" y="1014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298" name="组合 297"/>
            <p:cNvGrpSpPr/>
            <p:nvPr/>
          </p:nvGrpSpPr>
          <p:grpSpPr>
            <a:xfrm>
              <a:off x="10098" y="2964"/>
              <a:ext cx="5271" cy="708"/>
              <a:chOff x="10685" y="3706"/>
              <a:chExt cx="5271" cy="708"/>
            </a:xfrm>
          </p:grpSpPr>
          <p:sp>
            <p:nvSpPr>
              <p:cNvPr id="274" name="圆角矩形 273"/>
              <p:cNvSpPr/>
              <p:nvPr/>
            </p:nvSpPr>
            <p:spPr>
              <a:xfrm>
                <a:off x="13280" y="3706"/>
                <a:ext cx="2676" cy="708"/>
              </a:xfrm>
              <a:prstGeom prst="roundRect">
                <a:avLst/>
              </a:prstGeom>
              <a:solidFill>
                <a:srgbClr val="DBDBDB"/>
              </a:solidFill>
              <a:ln w="12700" cmpd="sng">
                <a:solidFill>
                  <a:schemeClr val="tx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75" name="文本框 274"/>
              <p:cNvSpPr txBox="1"/>
              <p:nvPr/>
            </p:nvSpPr>
            <p:spPr>
              <a:xfrm>
                <a:off x="10685" y="3740"/>
                <a:ext cx="5270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b="1"/>
                  <a:t>                           Mask Fusion</a:t>
                </a:r>
                <a:endParaRPr lang="en-US" altLang="zh-CN" b="1"/>
              </a:p>
            </p:txBody>
          </p:sp>
        </p:grpSp>
        <p:grpSp>
          <p:nvGrpSpPr>
            <p:cNvPr id="301" name="组合 300"/>
            <p:cNvGrpSpPr/>
            <p:nvPr/>
          </p:nvGrpSpPr>
          <p:grpSpPr>
            <a:xfrm>
              <a:off x="10904" y="4171"/>
              <a:ext cx="6632" cy="2851"/>
              <a:chOff x="11304" y="6027"/>
              <a:chExt cx="6632" cy="2851"/>
            </a:xfrm>
          </p:grpSpPr>
          <p:sp>
            <p:nvSpPr>
              <p:cNvPr id="277" name="圆角矩形 276"/>
              <p:cNvSpPr/>
              <p:nvPr/>
            </p:nvSpPr>
            <p:spPr>
              <a:xfrm>
                <a:off x="11304" y="6027"/>
                <a:ext cx="6359" cy="2783"/>
              </a:xfrm>
              <a:prstGeom prst="roundRect">
                <a:avLst/>
              </a:prstGeom>
              <a:solidFill>
                <a:srgbClr val="FED2A6"/>
              </a:solidFill>
              <a:ln w="12700" cmpd="sng">
                <a:solidFill>
                  <a:schemeClr val="tx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278" name="文本框 277"/>
              <p:cNvSpPr txBox="1"/>
              <p:nvPr/>
            </p:nvSpPr>
            <p:spPr>
              <a:xfrm>
                <a:off x="11440" y="6027"/>
                <a:ext cx="6496" cy="12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b="1"/>
                  <a:t>     Top-K Prototype Purification</a:t>
                </a:r>
                <a:endParaRPr lang="en-US" altLang="zh-CN" b="1"/>
              </a:p>
              <a:p>
                <a:r>
                  <a:rPr lang="en-US" altLang="zh-CN"/>
                  <a:t>select high-confidence positions only</a:t>
                </a:r>
                <a:endParaRPr lang="en-US" altLang="zh-CN"/>
              </a:p>
            </p:txBody>
          </p:sp>
          <p:grpSp>
            <p:nvGrpSpPr>
              <p:cNvPr id="296" name="组合 295"/>
              <p:cNvGrpSpPr/>
              <p:nvPr/>
            </p:nvGrpSpPr>
            <p:grpSpPr>
              <a:xfrm>
                <a:off x="12350" y="7089"/>
                <a:ext cx="5410" cy="1789"/>
                <a:chOff x="16517" y="8080"/>
                <a:chExt cx="5410" cy="1789"/>
              </a:xfrm>
            </p:grpSpPr>
            <p:grpSp>
              <p:nvGrpSpPr>
                <p:cNvPr id="292" name="组合 291"/>
                <p:cNvGrpSpPr/>
                <p:nvPr/>
              </p:nvGrpSpPr>
              <p:grpSpPr>
                <a:xfrm>
                  <a:off x="16671" y="8080"/>
                  <a:ext cx="3452" cy="916"/>
                  <a:chOff x="16671" y="8080"/>
                  <a:chExt cx="3452" cy="916"/>
                </a:xfrm>
              </p:grpSpPr>
              <p:grpSp>
                <p:nvGrpSpPr>
                  <p:cNvPr id="289" name="组合 288"/>
                  <p:cNvGrpSpPr/>
                  <p:nvPr/>
                </p:nvGrpSpPr>
                <p:grpSpPr>
                  <a:xfrm>
                    <a:off x="16671" y="8080"/>
                    <a:ext cx="885" cy="917"/>
                    <a:chOff x="16576" y="8080"/>
                    <a:chExt cx="885" cy="917"/>
                  </a:xfrm>
                </p:grpSpPr>
                <p:sp>
                  <p:nvSpPr>
                    <p:cNvPr id="285" name="矩形 284"/>
                    <p:cNvSpPr/>
                    <p:nvPr/>
                  </p:nvSpPr>
                  <p:spPr>
                    <a:xfrm>
                      <a:off x="16576" y="8080"/>
                      <a:ext cx="685" cy="685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80" name="矩形 279"/>
                    <p:cNvSpPr/>
                    <p:nvPr/>
                  </p:nvSpPr>
                  <p:spPr>
                    <a:xfrm>
                      <a:off x="16667" y="8193"/>
                      <a:ext cx="685" cy="685"/>
                    </a:xfrm>
                    <a:prstGeom prst="rect">
                      <a:avLst/>
                    </a:prstGeom>
                    <a:solidFill>
                      <a:schemeClr val="accent1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79" name="矩形 278"/>
                    <p:cNvSpPr/>
                    <p:nvPr/>
                  </p:nvSpPr>
                  <p:spPr>
                    <a:xfrm>
                      <a:off x="16777" y="8313"/>
                      <a:ext cx="685" cy="685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p>
                      <a:pPr algn="ctr"/>
                      <a:endParaRPr lang="zh-CN" altLang="en-US"/>
                    </a:p>
                  </p:txBody>
                </p:sp>
              </p:grpSp>
              <p:sp>
                <p:nvSpPr>
                  <p:cNvPr id="286" name="文本框 285"/>
                  <p:cNvSpPr txBox="1"/>
                  <p:nvPr/>
                </p:nvSpPr>
                <p:spPr>
                  <a:xfrm>
                    <a:off x="17574" y="8183"/>
                    <a:ext cx="708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/>
                      <a:t>...</a:t>
                    </a:r>
                    <a:endParaRPr lang="en-US" altLang="zh-CN"/>
                  </a:p>
                </p:txBody>
              </p:sp>
              <p:cxnSp>
                <p:nvCxnSpPr>
                  <p:cNvPr id="287" name="直接箭头连接符 286"/>
                  <p:cNvCxnSpPr/>
                  <p:nvPr/>
                </p:nvCxnSpPr>
                <p:spPr>
                  <a:xfrm>
                    <a:off x="18131" y="8577"/>
                    <a:ext cx="1217" cy="0"/>
                  </a:xfrm>
                  <a:prstGeom prst="straightConnector1">
                    <a:avLst/>
                  </a:prstGeom>
                  <a:ln w="28575" cmpd="sng">
                    <a:solidFill>
                      <a:schemeClr val="accent2">
                        <a:lumMod val="75000"/>
                      </a:schemeClr>
                    </a:solidFill>
                    <a:prstDash val="solid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8" name="矩形 287"/>
                  <p:cNvSpPr/>
                  <p:nvPr/>
                </p:nvSpPr>
                <p:spPr>
                  <a:xfrm>
                    <a:off x="19541" y="8296"/>
                    <a:ext cx="582" cy="582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r>
                      <a:rPr lang="en-US" altLang="zh-CN" b="1">
                        <a:solidFill>
                          <a:schemeClr val="tx1"/>
                        </a:solidFill>
                      </a:rPr>
                      <a:t>P</a:t>
                    </a:r>
                    <a:endParaRPr lang="en-US" altLang="zh-CN" b="1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293" name="文本框 292"/>
                <p:cNvSpPr txBox="1"/>
                <p:nvPr/>
              </p:nvSpPr>
              <p:spPr>
                <a:xfrm>
                  <a:off x="16517" y="9047"/>
                  <a:ext cx="1298" cy="8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1400"/>
                    <a:t> Top-K patches</a:t>
                  </a:r>
                  <a:endParaRPr lang="en-US" altLang="zh-CN" sz="1400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94" name="文本框 293"/>
                    <p:cNvSpPr txBox="1"/>
                    <p:nvPr/>
                  </p:nvSpPr>
                  <p:spPr>
                    <a:xfrm>
                      <a:off x="17953" y="9039"/>
                      <a:ext cx="3974" cy="62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noAutofit/>
                    </a:bodyPr>
                    <a:p>
                      <a:r>
                        <a:rPr lang="en-US" altLang="zh-CN" sz="1600"/>
                        <a:t>Purified Prototype </a:t>
                      </a:r>
                      <a14:m>
                        <m:oMath xmlns:m="http://schemas.openxmlformats.org/officeDocument/2006/math"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𝑡</m:t>
                              </m:r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+</m:t>
                              </m:r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sup>
                          </m:sSup>
                        </m:oMath>
                      </a14:m>
                      <a:r>
                        <a:rPr lang="en-US" altLang="zh-CN" sz="1600"/>
                        <a:t> </a:t>
                      </a:r>
                      <a:endParaRPr lang="en-US" altLang="zh-CN" sz="1600"/>
                    </a:p>
                  </p:txBody>
                </p:sp>
              </mc:Choice>
              <mc:Fallback>
                <p:sp>
                  <p:nvSpPr>
                    <p:cNvPr id="294" name="文本框 29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7953" y="9039"/>
                      <a:ext cx="3974" cy="626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97" name="直接箭头连接符 296"/>
            <p:cNvCxnSpPr/>
            <p:nvPr/>
          </p:nvCxnSpPr>
          <p:spPr>
            <a:xfrm flipH="1">
              <a:off x="14116" y="2522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0" name="直接箭头连接符 299"/>
            <p:cNvCxnSpPr/>
            <p:nvPr/>
          </p:nvCxnSpPr>
          <p:spPr>
            <a:xfrm>
              <a:off x="14117" y="3677"/>
              <a:ext cx="1" cy="488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17" name="组合 316"/>
            <p:cNvGrpSpPr/>
            <p:nvPr/>
          </p:nvGrpSpPr>
          <p:grpSpPr>
            <a:xfrm>
              <a:off x="-4685" y="10026"/>
              <a:ext cx="4372" cy="2561"/>
              <a:chOff x="12642" y="9514"/>
              <a:chExt cx="4372" cy="2561"/>
            </a:xfrm>
          </p:grpSpPr>
          <p:sp>
            <p:nvSpPr>
              <p:cNvPr id="310" name="文本框 309"/>
              <p:cNvSpPr txBox="1"/>
              <p:nvPr/>
            </p:nvSpPr>
            <p:spPr>
              <a:xfrm>
                <a:off x="12832" y="11495"/>
                <a:ext cx="4182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Region Candidates</a:t>
                </a:r>
                <a:endParaRPr lang="en-US" altLang="zh-CN"/>
              </a:p>
            </p:txBody>
          </p:sp>
          <p:sp>
            <p:nvSpPr>
              <p:cNvPr id="309" name="圆角矩形 308"/>
              <p:cNvSpPr/>
              <p:nvPr/>
            </p:nvSpPr>
            <p:spPr>
              <a:xfrm>
                <a:off x="14781" y="9524"/>
                <a:ext cx="1079" cy="145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8" name="圆角矩形 307"/>
              <p:cNvSpPr/>
              <p:nvPr/>
            </p:nvSpPr>
            <p:spPr>
              <a:xfrm>
                <a:off x="12642" y="9514"/>
                <a:ext cx="1835" cy="145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7" name="圆角矩形 306"/>
              <p:cNvSpPr/>
              <p:nvPr/>
            </p:nvSpPr>
            <p:spPr>
              <a:xfrm>
                <a:off x="12880" y="9782"/>
                <a:ext cx="3292" cy="1456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3" name="圆角矩形 302"/>
              <p:cNvSpPr/>
              <p:nvPr/>
            </p:nvSpPr>
            <p:spPr>
              <a:xfrm>
                <a:off x="13095" y="10059"/>
                <a:ext cx="883" cy="1456"/>
              </a:xfrm>
              <a:prstGeom prst="roundRect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4" name="圆角矩形 303"/>
              <p:cNvSpPr/>
              <p:nvPr/>
            </p:nvSpPr>
            <p:spPr>
              <a:xfrm>
                <a:off x="14117" y="10059"/>
                <a:ext cx="1026" cy="1456"/>
              </a:xfrm>
              <a:prstGeom prst="roundRect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sp>
            <p:nvSpPr>
              <p:cNvPr id="306" name="圆角矩形 305"/>
              <p:cNvSpPr/>
              <p:nvPr/>
            </p:nvSpPr>
            <p:spPr>
              <a:xfrm>
                <a:off x="15273" y="10059"/>
                <a:ext cx="1026" cy="1456"/>
              </a:xfrm>
              <a:prstGeom prst="roundRect">
                <a:avLst/>
              </a:prstGeom>
              <a:solidFill>
                <a:srgbClr val="9DC3E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p>
                <a:pPr lvl="0" algn="ctr">
                  <a:buClrTx/>
                  <a:buSzTx/>
                  <a:buFontTx/>
                </a:pPr>
                <a:endParaRPr lang="zh-CN" altLang="en-US">
                  <a:sym typeface="+mn-ea"/>
                </a:endParaRPr>
              </a:p>
            </p:txBody>
          </p:sp>
          <p:cxnSp>
            <p:nvCxnSpPr>
              <p:cNvPr id="311" name="直接连接符 310"/>
              <p:cNvCxnSpPr/>
              <p:nvPr/>
            </p:nvCxnSpPr>
            <p:spPr>
              <a:xfrm>
                <a:off x="13264" y="11513"/>
                <a:ext cx="2859" cy="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grpSp>
          <p:nvGrpSpPr>
            <p:cNvPr id="316" name="组合 315"/>
            <p:cNvGrpSpPr/>
            <p:nvPr/>
          </p:nvGrpSpPr>
          <p:grpSpPr>
            <a:xfrm>
              <a:off x="-4636" y="8604"/>
              <a:ext cx="4104" cy="920"/>
              <a:chOff x="11297" y="8035"/>
              <a:chExt cx="3976" cy="920"/>
            </a:xfrm>
          </p:grpSpPr>
          <p:sp>
            <p:nvSpPr>
              <p:cNvPr id="314" name="圆角矩形 313"/>
              <p:cNvSpPr/>
              <p:nvPr/>
            </p:nvSpPr>
            <p:spPr>
              <a:xfrm>
                <a:off x="11297" y="8035"/>
                <a:ext cx="3614" cy="92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5" name="文本框 314"/>
              <p:cNvSpPr txBox="1"/>
              <p:nvPr/>
            </p:nvSpPr>
            <p:spPr>
              <a:xfrm>
                <a:off x="11298" y="8035"/>
                <a:ext cx="3975" cy="9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/>
                  <a:t>Connected Components</a:t>
                </a:r>
                <a:endParaRPr lang="en-US" altLang="zh-CN" sz="1600"/>
              </a:p>
              <a:p>
                <a:r>
                  <a:rPr lang="en-US" altLang="zh-CN" sz="1600"/>
                  <a:t>    /Region Extraction</a:t>
                </a:r>
                <a:endParaRPr lang="en-US" altLang="zh-CN" sz="1600"/>
              </a:p>
            </p:txBody>
          </p:sp>
        </p:grpSp>
        <p:sp>
          <p:nvSpPr>
            <p:cNvPr id="321" name="圆角矩形 320"/>
            <p:cNvSpPr/>
            <p:nvPr/>
          </p:nvSpPr>
          <p:spPr>
            <a:xfrm>
              <a:off x="101" y="9729"/>
              <a:ext cx="5826" cy="110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2" name="文本框 321"/>
            <p:cNvSpPr txBox="1"/>
            <p:nvPr/>
          </p:nvSpPr>
          <p:spPr>
            <a:xfrm>
              <a:off x="148" y="9760"/>
              <a:ext cx="5934" cy="10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/>
                <a:t>    </a:t>
              </a:r>
              <a:r>
                <a:rPr lang="en-US" altLang="zh-CN" sz="1600" b="1"/>
                <a:t>Region-level Similarity Filtering</a:t>
              </a:r>
              <a:endParaRPr lang="en-US" altLang="zh-CN" sz="1600" b="1"/>
            </a:p>
            <a:p>
              <a:r>
                <a:rPr lang="en-US" altLang="zh-CN" sz="1600"/>
                <a:t>keep original Stage-2 logic unchanged</a:t>
              </a:r>
              <a:endParaRPr lang="en-US" altLang="zh-CN" sz="1600"/>
            </a:p>
          </p:txBody>
        </p:sp>
        <p:sp>
          <p:nvSpPr>
            <p:cNvPr id="330" name="圆角矩形 329"/>
            <p:cNvSpPr/>
            <p:nvPr/>
          </p:nvSpPr>
          <p:spPr>
            <a:xfrm>
              <a:off x="4097" y="2919"/>
              <a:ext cx="2019" cy="1200"/>
            </a:xfrm>
            <a:prstGeom prst="roundRect">
              <a:avLst/>
            </a:prstGeom>
            <a:solidFill>
              <a:srgbClr val="DBDBD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>
                  <a:solidFill>
                    <a:schemeClr val="tx1"/>
                  </a:solidFill>
                </a:rPr>
                <a:t>Adaptive Threshold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  <p:cxnSp>
          <p:nvCxnSpPr>
            <p:cNvPr id="332" name="肘形连接符 331"/>
            <p:cNvCxnSpPr>
              <a:stCxn id="22" idx="3"/>
              <a:endCxn id="232" idx="1"/>
            </p:cNvCxnSpPr>
            <p:nvPr/>
          </p:nvCxnSpPr>
          <p:spPr>
            <a:xfrm flipV="1">
              <a:off x="8829" y="-665"/>
              <a:ext cx="1455" cy="2889"/>
            </a:xfrm>
            <a:prstGeom prst="bentConnector3">
              <a:avLst>
                <a:gd name="adj1" fmla="val 56219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3" name="肘形连接符 332"/>
            <p:cNvCxnSpPr>
              <a:stCxn id="124" idx="3"/>
              <a:endCxn id="232" idx="1"/>
            </p:cNvCxnSpPr>
            <p:nvPr/>
          </p:nvCxnSpPr>
          <p:spPr>
            <a:xfrm flipV="1">
              <a:off x="9112" y="-665"/>
              <a:ext cx="1172" cy="5311"/>
            </a:xfrm>
            <a:prstGeom prst="bentConnector3">
              <a:avLst>
                <a:gd name="adj1" fmla="val 45989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4" name="文本框 333"/>
                <p:cNvSpPr txBox="1"/>
                <p:nvPr/>
              </p:nvSpPr>
              <p:spPr>
                <a:xfrm>
                  <a:off x="14401" y="288"/>
                  <a:ext cx="3547" cy="95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en-US" altLang="zh-CN" sz="1600"/>
                    <a:t> initial prototype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p>
                    </m:oMath>
                  </a14:m>
                  <a:r>
                    <a:rPr lang="en-US" altLang="zh-CN" sz="1600"/>
                    <a:t> </a:t>
                  </a:r>
                  <a:endParaRPr lang="en-US" altLang="zh-CN" sz="1600"/>
                </a:p>
                <a:p>
                  <a:endParaRPr lang="en-US" altLang="zh-CN" sz="1600"/>
                </a:p>
              </p:txBody>
            </p:sp>
          </mc:Choice>
          <mc:Fallback>
            <p:sp>
              <p:nvSpPr>
                <p:cNvPr id="334" name="文本框 3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01" y="288"/>
                  <a:ext cx="3547" cy="956"/>
                </a:xfrm>
                <a:prstGeom prst="rect">
                  <a:avLst/>
                </a:prstGeom>
                <a:blipFill rotWithShape="1">
                  <a:blip r:embed="rId3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5" name="直接箭头连接符 334"/>
            <p:cNvCxnSpPr/>
            <p:nvPr/>
          </p:nvCxnSpPr>
          <p:spPr>
            <a:xfrm flipH="1">
              <a:off x="12878" y="1029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6" name="文本框 335"/>
                <p:cNvSpPr txBox="1"/>
                <p:nvPr/>
              </p:nvSpPr>
              <p:spPr>
                <a:xfrm>
                  <a:off x="12383" y="495"/>
                  <a:ext cx="1038" cy="5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36" name="文本框 3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83" y="495"/>
                  <a:ext cx="1038" cy="594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7" name="肘形连接符 336"/>
            <p:cNvCxnSpPr>
              <a:endCxn id="275" idx="0"/>
            </p:cNvCxnSpPr>
            <p:nvPr/>
          </p:nvCxnSpPr>
          <p:spPr>
            <a:xfrm flipV="1">
              <a:off x="9142" y="2998"/>
              <a:ext cx="3591" cy="1648"/>
            </a:xfrm>
            <a:prstGeom prst="bentConnector4">
              <a:avLst>
                <a:gd name="adj1" fmla="val 14424"/>
                <a:gd name="adj2" fmla="val 12275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8" name="文本框 337"/>
                <p:cNvSpPr txBox="1"/>
                <p:nvPr/>
              </p:nvSpPr>
              <p:spPr>
                <a:xfrm>
                  <a:off x="14154" y="2382"/>
                  <a:ext cx="3547" cy="99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p>
                  <a:r>
                    <a:rPr lang="en-US" altLang="zh-CN" sz="1600"/>
                    <a:t>Correlation Map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</m:oMath>
                  </a14:m>
                  <a:r>
                    <a:rPr lang="en-US" altLang="zh-CN" sz="1600"/>
                    <a:t> </a:t>
                  </a:r>
                  <a:endParaRPr lang="en-US" altLang="zh-CN" sz="1600"/>
                </a:p>
                <a:p>
                  <a:endParaRPr lang="en-US" altLang="zh-CN" sz="1600"/>
                </a:p>
              </p:txBody>
            </p:sp>
          </mc:Choice>
          <mc:Fallback>
            <p:sp>
              <p:nvSpPr>
                <p:cNvPr id="338" name="文本框 3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4" y="2382"/>
                  <a:ext cx="3547" cy="992"/>
                </a:xfrm>
                <a:prstGeom prst="rect">
                  <a:avLst/>
                </a:prstGeom>
                <a:blipFill rotWithShape="1">
                  <a:blip r:embed="rId3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9" name="直接箭头连接符 338"/>
            <p:cNvCxnSpPr/>
            <p:nvPr/>
          </p:nvCxnSpPr>
          <p:spPr>
            <a:xfrm flipH="1">
              <a:off x="12098" y="3725"/>
              <a:ext cx="1" cy="44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0" name="文本框 339"/>
                <p:cNvSpPr txBox="1"/>
                <p:nvPr/>
              </p:nvSpPr>
              <p:spPr>
                <a:xfrm>
                  <a:off x="11603" y="3191"/>
                  <a:ext cx="1038" cy="5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𝐹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40" name="文本框 3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03" y="3191"/>
                  <a:ext cx="1038" cy="594"/>
                </a:xfrm>
                <a:prstGeom prst="rect">
                  <a:avLst/>
                </a:prstGeom>
                <a:blipFill rotWithShape="1">
                  <a:blip r:embed="rId3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1" name="文本框 340"/>
                <p:cNvSpPr txBox="1"/>
                <p:nvPr/>
              </p:nvSpPr>
              <p:spPr>
                <a:xfrm>
                  <a:off x="14154" y="3550"/>
                  <a:ext cx="3555" cy="678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p>
                  <a:r>
                    <a:rPr lang="en-US" altLang="zh-CN" sz="1600"/>
                    <a:t>fused map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6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𝐺</m:t>
                              </m:r>
                            </m:e>
                          </m:acc>
                        </m:e>
                        <m:sub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  <m:r>
                            <a:rPr lang="en-US" altLang="zh-CN" sz="16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)</m:t>
                          </m:r>
                        </m:sup>
                      </m:sSubSup>
                    </m:oMath>
                  </a14:m>
                  <a:r>
                    <a:rPr lang="en-US" altLang="zh-CN" sz="1600"/>
                    <a:t> </a:t>
                  </a:r>
                  <a:endParaRPr lang="en-US" altLang="zh-CN" sz="1600"/>
                </a:p>
                <a:p>
                  <a:endParaRPr lang="en-US" altLang="zh-CN" sz="1600"/>
                </a:p>
              </p:txBody>
            </p:sp>
          </mc:Choice>
          <mc:Fallback>
            <p:sp>
              <p:nvSpPr>
                <p:cNvPr id="341" name="文本框 3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54" y="3550"/>
                  <a:ext cx="3555" cy="678"/>
                </a:xfrm>
                <a:prstGeom prst="rect">
                  <a:avLst/>
                </a:prstGeom>
                <a:blipFill rotWithShape="1">
                  <a:blip r:embed="rId3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5" name="肘形连接符 344"/>
            <p:cNvCxnSpPr>
              <a:stCxn id="277" idx="3"/>
              <a:endCxn id="264" idx="3"/>
            </p:cNvCxnSpPr>
            <p:nvPr/>
          </p:nvCxnSpPr>
          <p:spPr>
            <a:xfrm flipH="1" flipV="1">
              <a:off x="16760" y="1979"/>
              <a:ext cx="503" cy="3584"/>
            </a:xfrm>
            <a:prstGeom prst="bentConnector3">
              <a:avLst>
                <a:gd name="adj1" fmla="val -74553"/>
              </a:avLst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6" name="文本框 345"/>
            <p:cNvSpPr txBox="1"/>
            <p:nvPr/>
          </p:nvSpPr>
          <p:spPr>
            <a:xfrm>
              <a:off x="15542" y="3058"/>
              <a:ext cx="3269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/>
                <a:t>1–2 Iterations</a:t>
              </a:r>
              <a:endParaRPr lang="en-US" altLang="zh-CN" sz="1600"/>
            </a:p>
          </p:txBody>
        </p:sp>
        <p:cxnSp>
          <p:nvCxnSpPr>
            <p:cNvPr id="347" name="肘形连接符 346"/>
            <p:cNvCxnSpPr>
              <a:endCxn id="315" idx="0"/>
            </p:cNvCxnSpPr>
            <p:nvPr/>
          </p:nvCxnSpPr>
          <p:spPr>
            <a:xfrm rot="10800000" flipV="1">
              <a:off x="-2584" y="6002"/>
              <a:ext cx="10435" cy="2601"/>
            </a:xfrm>
            <a:prstGeom prst="bentConnector2">
              <a:avLst/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8" name="直接箭头连接符 347"/>
            <p:cNvCxnSpPr/>
            <p:nvPr/>
          </p:nvCxnSpPr>
          <p:spPr>
            <a:xfrm flipH="1">
              <a:off x="-2585" y="9523"/>
              <a:ext cx="1" cy="492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9" name="肘形连接符 348"/>
            <p:cNvCxnSpPr>
              <a:stCxn id="350" idx="3"/>
              <a:endCxn id="322" idx="1"/>
            </p:cNvCxnSpPr>
            <p:nvPr/>
          </p:nvCxnSpPr>
          <p:spPr>
            <a:xfrm>
              <a:off x="-932" y="9057"/>
              <a:ext cx="1080" cy="1215"/>
            </a:xfrm>
            <a:prstGeom prst="bentConnector3">
              <a:avLst>
                <a:gd name="adj1" fmla="val 50093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0" name="文本框 349"/>
            <p:cNvSpPr txBox="1"/>
            <p:nvPr/>
          </p:nvSpPr>
          <p:spPr>
            <a:xfrm>
              <a:off x="-1256" y="8773"/>
              <a:ext cx="324" cy="56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endParaRPr lang="zh-CN" altLang="en-US"/>
            </a:p>
          </p:txBody>
        </p:sp>
        <p:cxnSp>
          <p:nvCxnSpPr>
            <p:cNvPr id="351" name="肘形连接符 350"/>
            <p:cNvCxnSpPr>
              <a:stCxn id="306" idx="3"/>
            </p:cNvCxnSpPr>
            <p:nvPr/>
          </p:nvCxnSpPr>
          <p:spPr>
            <a:xfrm flipV="1">
              <a:off x="-1028" y="10457"/>
              <a:ext cx="1180" cy="842"/>
            </a:xfrm>
            <a:prstGeom prst="bentConnector3">
              <a:avLst>
                <a:gd name="adj1" fmla="val 50085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4" name="肘形连接符 353"/>
            <p:cNvCxnSpPr/>
            <p:nvPr/>
          </p:nvCxnSpPr>
          <p:spPr>
            <a:xfrm rot="5400000">
              <a:off x="7827" y="2072"/>
              <a:ext cx="2834" cy="12258"/>
            </a:xfrm>
            <a:prstGeom prst="bentConnector3">
              <a:avLst>
                <a:gd name="adj1" fmla="val 67642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7" name="文本框 356"/>
            <p:cNvSpPr txBox="1"/>
            <p:nvPr/>
          </p:nvSpPr>
          <p:spPr>
            <a:xfrm>
              <a:off x="1390" y="7813"/>
              <a:ext cx="8303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/>
                <a:t>Region-level Refinement and Final Output</a:t>
              </a:r>
              <a:endParaRPr lang="en-US" altLang="zh-CN" sz="2000" b="1"/>
            </a:p>
          </p:txBody>
        </p:sp>
        <p:grpSp>
          <p:nvGrpSpPr>
            <p:cNvPr id="366" name="组合 365"/>
            <p:cNvGrpSpPr/>
            <p:nvPr/>
          </p:nvGrpSpPr>
          <p:grpSpPr>
            <a:xfrm>
              <a:off x="8305" y="8980"/>
              <a:ext cx="7986" cy="3212"/>
              <a:chOff x="7387" y="9524"/>
              <a:chExt cx="7986" cy="3212"/>
            </a:xfrm>
          </p:grpSpPr>
          <p:sp>
            <p:nvSpPr>
              <p:cNvPr id="358" name="圆角矩形 357"/>
              <p:cNvSpPr/>
              <p:nvPr/>
            </p:nvSpPr>
            <p:spPr>
              <a:xfrm>
                <a:off x="7387" y="9524"/>
                <a:ext cx="7987" cy="3213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grpSp>
            <p:nvGrpSpPr>
              <p:cNvPr id="363" name="组合 362"/>
              <p:cNvGrpSpPr/>
              <p:nvPr/>
            </p:nvGrpSpPr>
            <p:grpSpPr>
              <a:xfrm>
                <a:off x="7702" y="10354"/>
                <a:ext cx="7456" cy="2074"/>
                <a:chOff x="7702" y="10354"/>
                <a:chExt cx="7456" cy="2074"/>
              </a:xfrm>
            </p:grpSpPr>
            <p:sp>
              <p:nvSpPr>
                <p:cNvPr id="359" name="矩形 358"/>
                <p:cNvSpPr/>
                <p:nvPr/>
              </p:nvSpPr>
              <p:spPr>
                <a:xfrm>
                  <a:off x="7702" y="10354"/>
                  <a:ext cx="2280" cy="20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0" name="矩形 359"/>
                <p:cNvSpPr/>
                <p:nvPr/>
              </p:nvSpPr>
              <p:spPr>
                <a:xfrm>
                  <a:off x="10103" y="10354"/>
                  <a:ext cx="2280" cy="20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1" name="矩形 360"/>
                <p:cNvSpPr/>
                <p:nvPr/>
              </p:nvSpPr>
              <p:spPr>
                <a:xfrm>
                  <a:off x="12878" y="10354"/>
                  <a:ext cx="2280" cy="2075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62" name="文本框 361"/>
                <p:cNvSpPr txBox="1"/>
                <p:nvPr/>
              </p:nvSpPr>
              <p:spPr>
                <a:xfrm>
                  <a:off x="12246" y="10860"/>
                  <a:ext cx="2023" cy="8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altLang="zh-CN" sz="2800" b="1"/>
                    <a:t>...</a:t>
                  </a:r>
                  <a:endParaRPr lang="en-US" altLang="zh-CN" sz="2800" b="1"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64" name="文本框 363"/>
                  <p:cNvSpPr txBox="1"/>
                  <p:nvPr/>
                </p:nvSpPr>
                <p:spPr>
                  <a:xfrm>
                    <a:off x="9863" y="9646"/>
                    <a:ext cx="4075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p>
                    <a:r>
                      <a:rPr lang="en-US" altLang="zh-CN"/>
                      <a:t>Refined Masks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endParaRPr lang="en-US" altLang="zh-CN"/>
                  </a:p>
                </p:txBody>
              </p:sp>
            </mc:Choice>
            <mc:Fallback>
              <p:sp>
                <p:nvSpPr>
                  <p:cNvPr id="364" name="文本框 3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63" y="9646"/>
                    <a:ext cx="4075" cy="580"/>
                  </a:xfrm>
                  <a:prstGeom prst="rect">
                    <a:avLst/>
                  </a:prstGeom>
                  <a:blipFill rotWithShape="1">
                    <a:blip r:embed="rId3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5" name="文本框 364"/>
            <p:cNvSpPr txBox="1"/>
            <p:nvPr/>
          </p:nvSpPr>
          <p:spPr>
            <a:xfrm>
              <a:off x="6521" y="9652"/>
              <a:ext cx="249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output</a:t>
              </a:r>
              <a:endParaRPr lang="en-US" altLang="zh-CN"/>
            </a:p>
          </p:txBody>
        </p:sp>
        <p:cxnSp>
          <p:nvCxnSpPr>
            <p:cNvPr id="367" name="直接箭头连接符 366"/>
            <p:cNvCxnSpPr/>
            <p:nvPr/>
          </p:nvCxnSpPr>
          <p:spPr>
            <a:xfrm>
              <a:off x="5937" y="10334"/>
              <a:ext cx="2360" cy="9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8" name="肘形连接符 367"/>
            <p:cNvCxnSpPr>
              <a:stCxn id="369" idx="3"/>
              <a:endCxn id="16" idx="1"/>
            </p:cNvCxnSpPr>
            <p:nvPr/>
          </p:nvCxnSpPr>
          <p:spPr>
            <a:xfrm flipV="1">
              <a:off x="3373" y="2113"/>
              <a:ext cx="432" cy="1160"/>
            </a:xfrm>
            <a:prstGeom prst="bentConnector3">
              <a:avLst>
                <a:gd name="adj1" fmla="val 34027"/>
              </a:avLst>
            </a:prstGeom>
            <a:ln w="28575" cmpd="sng">
              <a:solidFill>
                <a:schemeClr val="accent1">
                  <a:shade val="50000"/>
                </a:schemeClr>
              </a:solidFill>
              <a:prstDash val="solid"/>
              <a:tailEnd type="arrow" w="med" len="med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9" name="文本框 368"/>
            <p:cNvSpPr txBox="1"/>
            <p:nvPr/>
          </p:nvSpPr>
          <p:spPr>
            <a:xfrm>
              <a:off x="2893" y="2983"/>
              <a:ext cx="48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endParaRPr lang="zh-CN" altLang="en-US"/>
            </a:p>
          </p:txBody>
        </p:sp>
        <p:cxnSp>
          <p:nvCxnSpPr>
            <p:cNvPr id="370" name="直接箭头连接符 369"/>
            <p:cNvCxnSpPr/>
            <p:nvPr/>
          </p:nvCxnSpPr>
          <p:spPr>
            <a:xfrm flipH="1">
              <a:off x="5114" y="2549"/>
              <a:ext cx="1" cy="364"/>
            </a:xfrm>
            <a:prstGeom prst="straightConnector1">
              <a:avLst/>
            </a:prstGeom>
            <a:ln w="28575" cmpd="sng">
              <a:solidFill>
                <a:srgbClr val="325395"/>
              </a:solidFill>
              <a:prstDash val="solid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1" name="椭圆 370"/>
            <p:cNvSpPr/>
            <p:nvPr/>
          </p:nvSpPr>
          <p:spPr>
            <a:xfrm>
              <a:off x="10040" y="11128"/>
              <a:ext cx="442" cy="4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2" name="椭圆 371"/>
            <p:cNvSpPr/>
            <p:nvPr/>
          </p:nvSpPr>
          <p:spPr>
            <a:xfrm>
              <a:off x="11941" y="10857"/>
              <a:ext cx="442" cy="4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3" name="椭圆 372"/>
            <p:cNvSpPr/>
            <p:nvPr/>
          </p:nvSpPr>
          <p:spPr>
            <a:xfrm>
              <a:off x="14035" y="11003"/>
              <a:ext cx="442" cy="44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4" name="文本框 373"/>
                <p:cNvSpPr txBox="1"/>
                <p:nvPr/>
              </p:nvSpPr>
              <p:spPr>
                <a:xfrm>
                  <a:off x="2114" y="8833"/>
                  <a:ext cx="1259" cy="5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𝑷</m:t>
                            </m:r>
                          </m:e>
                          <m:sup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(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𝑻</m:t>
                            </m:r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b="1"/>
                </a:p>
              </p:txBody>
            </p:sp>
          </mc:Choice>
          <mc:Fallback>
            <p:sp>
              <p:nvSpPr>
                <p:cNvPr id="374" name="文本框 3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4" y="8833"/>
                  <a:ext cx="1259" cy="588"/>
                </a:xfrm>
                <a:prstGeom prst="rect">
                  <a:avLst/>
                </a:prstGeom>
                <a:blipFill rotWithShape="1">
                  <a:blip r:embed="rId3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4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6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1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2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3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4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3.xml><?xml version="1.0" encoding="utf-8"?>
<p:tagLst xmlns:p="http://schemas.openxmlformats.org/presentationml/2006/main">
  <p:tag name="KSO_WM_DIAGRAM_VIRTUALLY_FRAME" val="{&quot;height&quot;:533.65,&quot;left&quot;:122.6,&quot;top&quot;:56.35,&quot;width&quot;:1140.8}"/>
</p:tagLst>
</file>

<file path=ppt/tags/tag1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5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6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8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1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1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2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2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3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3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4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5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3936],&quot;65&quot;:[20205081]}"/>
</p:tagLst>
</file>

<file path=ppt/tags/tag2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3936],&quot;65&quot;:[20205081]}"/>
</p:tagLst>
</file>

<file path=ppt/tags/tag2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3936],&quot;65&quot;:[20205081]}"/>
</p:tagLst>
</file>

<file path=ppt/tags/tag2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8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2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7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18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19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20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21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22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23.xml><?xml version="1.0" encoding="utf-8"?>
<p:tagLst xmlns:p="http://schemas.openxmlformats.org/presentationml/2006/main">
  <p:tag name="KSO_WM_DIAGRAM_VIRTUALLY_FRAME" val="{&quot;height&quot;:422.2,&quot;left&quot;:289.95,&quot;top&quot;:64.1,&quot;width&quot;:371.6}"/>
</p:tagLst>
</file>

<file path=ppt/tags/tag3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2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2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2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2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3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4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4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5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5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6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8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9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39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0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1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1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1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1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2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3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3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4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5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5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7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2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3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4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5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6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7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8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79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80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81.xml><?xml version="1.0" encoding="utf-8"?>
<p:tagLst xmlns:p="http://schemas.openxmlformats.org/presentationml/2006/main">
  <p:tag name="KSO_WM_DIAGRAM_VIRTUALLY_FRAME" val="{&quot;height&quot;:513.65,&quot;left&quot;:122.6,&quot;top&quot;:56.35,&quot;width&quot;:779.15}"/>
</p:tagLst>
</file>

<file path=ppt/tags/tag48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9509</Words>
  <Application>WPS 演示</Application>
  <PresentationFormat>宽屏</PresentationFormat>
  <Paragraphs>1705</Paragraphs>
  <Slides>38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1" baseType="lpstr">
      <vt:lpstr>Arial</vt:lpstr>
      <vt:lpstr>宋体</vt:lpstr>
      <vt:lpstr>Wingdings</vt:lpstr>
      <vt:lpstr>Wingdings</vt:lpstr>
      <vt:lpstr>Cambria Math</vt:lpstr>
      <vt:lpstr>微软雅黑</vt:lpstr>
      <vt:lpstr>Arial Unicode MS</vt:lpstr>
      <vt:lpstr>Calibri</vt:lpstr>
      <vt:lpstr>MS Mincho</vt:lpstr>
      <vt:lpstr>Yu Gothic UI</vt:lpstr>
      <vt:lpstr>MS Mincho</vt:lpstr>
      <vt:lpstr>JetBrains Mono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Nomi</dc:creator>
  <cp:lastModifiedBy>WPS_1689659819</cp:lastModifiedBy>
  <cp:revision>193</cp:revision>
  <dcterms:created xsi:type="dcterms:W3CDTF">2019-06-19T02:08:00Z</dcterms:created>
  <dcterms:modified xsi:type="dcterms:W3CDTF">2026-03-23T13:52:47Z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CFDC9FB09BF54F78BAD7948B7519548D_11</vt:lpwstr>
  </property>
</Properties>
</file>